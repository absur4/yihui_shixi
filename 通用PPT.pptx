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71" r:id="rId3"/>
    <p:sldId id="272" r:id="rId5"/>
    <p:sldId id="277" r:id="rId6"/>
    <p:sldId id="278" r:id="rId7"/>
    <p:sldId id="279" r:id="rId8"/>
    <p:sldId id="274" r:id="rId9"/>
    <p:sldId id="280" r:id="rId10"/>
    <p:sldId id="281" r:id="rId11"/>
    <p:sldId id="275" r:id="rId12"/>
    <p:sldId id="282" r:id="rId13"/>
    <p:sldId id="283" r:id="rId14"/>
    <p:sldId id="276" r:id="rId15"/>
    <p:sldId id="284" r:id="rId16"/>
    <p:sldId id="285" r:id="rId17"/>
    <p:sldId id="273" r:id="rId18"/>
  </p:sldIdLst>
  <p:sldSz cx="12192000" cy="6858000"/>
  <p:notesSz cx="6858000" cy="9144000"/>
  <p:embeddedFontLst>
    <p:embeddedFont>
      <p:font typeface="微软雅黑" panose="020B0503020204020204" pitchFamily="34" charset="-122"/>
      <p:regular r:id="rId22"/>
      <p:bold r:id="rId23"/>
    </p:embeddedFont>
    <p:embeddedFont>
      <p:font typeface="Bahnschrift SemiBold SemiCondensed" panose="020B0502040204020203" pitchFamily="34" charset="0"/>
      <p:bold r:id="rId24"/>
    </p:embeddedFont>
    <p:embeddedFont>
      <p:font typeface="Bahnschrift SemiLight Condensed" panose="020B0502040204020203" pitchFamily="34" charset="0"/>
      <p:regular r:id="rId25"/>
    </p:embeddedFont>
    <p:embeddedFont>
      <p:font typeface="微软雅黑 Light" panose="020B0502040204020203" pitchFamily="34" charset="-122"/>
      <p:regular r:id="rId26"/>
    </p:embeddedFont>
    <p:embeddedFont>
      <p:font typeface="Bahnschrift SemiBold" panose="020B0502040204020203" pitchFamily="34" charset="0"/>
      <p:bold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Bahnschrift SemiBold Condensed" panose="020B0502040204020203" pitchFamily="34" charset="0"/>
      <p:bold r:id="rId32"/>
    </p:embeddedFont>
    <p:embeddedFont>
      <p:font typeface="等线" panose="02010600030101010101" charset="-122"/>
      <p:regular r:id="rId33"/>
      <p:bold r:id="rId34"/>
    </p:embeddedFont>
    <p:embeddedFont>
      <p:font typeface="等线 Light" panose="02010600030101010101" charset="-122"/>
      <p:regular r:id="rId3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D94A"/>
    <a:srgbClr val="74C7B5"/>
    <a:srgbClr val="4DEA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34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14.fntdata"/><Relationship Id="rId34" Type="http://schemas.openxmlformats.org/officeDocument/2006/relationships/font" Target="fonts/font13.fntdata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rgbClr val="4DEAF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4DEAFD"/>
              </a:solidFill>
              <a:ln w="9525">
                <a:solidFill>
                  <a:srgbClr val="4DEAFD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rgbClr val="84D94A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84D94A"/>
              </a:solidFill>
              <a:ln w="9525">
                <a:solidFill>
                  <a:srgbClr val="84D94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rgbClr val="74C7B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4C7B5"/>
              </a:solidFill>
              <a:ln w="9525">
                <a:solidFill>
                  <a:srgbClr val="74C7B5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10830976"/>
        <c:axId val="1589191264"/>
      </c:lineChart>
      <c:catAx>
        <c:axId val="710830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pPr>
          </a:p>
        </c:txPr>
        <c:crossAx val="1589191264"/>
        <c:crosses val="autoZero"/>
        <c:auto val="1"/>
        <c:lblAlgn val="ctr"/>
        <c:lblOffset val="100"/>
        <c:noMultiLvlLbl val="0"/>
      </c:catAx>
      <c:valAx>
        <c:axId val="1589191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pPr>
          </a:p>
        </c:txPr>
        <c:crossAx val="710830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7cebaef-6171-44a7-88bb-9b1b05e1a5e9}"/>
      </c:ext>
    </c:extLst>
  </c:chart>
  <c:spPr>
    <a:noFill/>
    <a:ln>
      <a:noFill/>
    </a:ln>
    <a:effectLst/>
  </c:spPr>
  <c:txPr>
    <a:bodyPr/>
    <a:lstStyle/>
    <a:p>
      <a:pPr>
        <a:defRPr lang="zh-CN">
          <a:latin typeface="Arial" panose="020B0604020202020204" pitchFamily="34" charset="0"/>
          <a:ea typeface="微软雅黑" panose="020B0503020204020204" pitchFamily="34" charset="-122"/>
          <a:sym typeface="Arial" panose="020B0604020202020204" pitchFamily="34" charset="0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37038F-C634-4229-BD40-DC87235930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/>
          <p:cNvSpPr/>
          <p:nvPr/>
        </p:nvSpPr>
        <p:spPr>
          <a:xfrm rot="20723155">
            <a:off x="5442179" y="-945177"/>
            <a:ext cx="3499703" cy="3499703"/>
          </a:xfrm>
          <a:prstGeom prst="roundRect">
            <a:avLst>
              <a:gd name="adj" fmla="val 9713"/>
            </a:avLst>
          </a:prstGeom>
          <a:solidFill>
            <a:srgbClr val="74C7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41274" y="3268283"/>
            <a:ext cx="4269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dirty="0">
                <a:solidFill>
                  <a:srgbClr val="84D9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简约</a:t>
            </a:r>
            <a:r>
              <a:rPr lang="zh-CN" alt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述职报告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5140" y="4071392"/>
            <a:ext cx="4858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总结计划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实习报告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工作汇报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76545" y="4797192"/>
            <a:ext cx="1307258" cy="307777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</a:rPr>
              <a:t>稻壳儿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412974" y="4790278"/>
            <a:ext cx="1307258" cy="307777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</a:rPr>
              <a:t>部门：销售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0271" y="5152591"/>
            <a:ext cx="5113342" cy="489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Please enter your detailed text here, the content should be concise and clear, concise and concise do not need too much text modification and expression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。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字魂57号-创细黑" panose="00000500000000000000" pitchFamily="2" charset="-122"/>
              <a:ea typeface="字魂57号-创细黑" panose="00000500000000000000" pitchFamily="2" charset="-122"/>
            </a:endParaRPr>
          </a:p>
        </p:txBody>
      </p:sp>
      <p:sp>
        <p:nvSpPr>
          <p:cNvPr id="2" name="矩形: 圆角 1"/>
          <p:cNvSpPr/>
          <p:nvPr/>
        </p:nvSpPr>
        <p:spPr>
          <a:xfrm rot="495382">
            <a:off x="7486265" y="-524202"/>
            <a:ext cx="5277101" cy="5277101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8796900" y="3531143"/>
            <a:ext cx="4055237" cy="4055237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/>
          <p:cNvSpPr/>
          <p:nvPr/>
        </p:nvSpPr>
        <p:spPr>
          <a:xfrm rot="20723155">
            <a:off x="5442179" y="-945177"/>
            <a:ext cx="3499703" cy="3499703"/>
          </a:xfrm>
          <a:prstGeom prst="roundRect">
            <a:avLst>
              <a:gd name="adj" fmla="val 9713"/>
            </a:avLst>
          </a:prstGeom>
          <a:solidFill>
            <a:srgbClr val="74C7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/>
          <p:cNvSpPr/>
          <p:nvPr/>
        </p:nvSpPr>
        <p:spPr>
          <a:xfrm rot="495382">
            <a:off x="1454175" y="-3842588"/>
            <a:ext cx="5277101" cy="5277101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7437679" y="-2532287"/>
            <a:ext cx="4055237" cy="4055237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813965" y="526310"/>
            <a:ext cx="45640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>
                <a:solidFill>
                  <a:schemeClr val="bg1"/>
                </a:solidFill>
                <a:latin typeface="Bahnschrift SemiBold SemiCondensed" panose="020B0502040204020203" pitchFamily="34" charset="0"/>
                <a:ea typeface="微软雅黑" panose="020B0503020204020204" pitchFamily="34" charset="-122"/>
              </a:rPr>
              <a:t>CONTENTS / </a:t>
            </a:r>
            <a:r>
              <a:rPr lang="zh-CN" altLang="en-US" sz="4000" dirty="0">
                <a:solidFill>
                  <a:schemeClr val="bg1"/>
                </a:solidFill>
                <a:latin typeface="Bahnschrift SemiBold SemiCondensed" panose="020B0502040204020203" pitchFamily="34" charset="0"/>
                <a:ea typeface="微软雅黑" panose="020B0503020204020204" pitchFamily="34" charset="-122"/>
              </a:rPr>
              <a:t>目录</a:t>
            </a:r>
            <a:endParaRPr lang="zh-CN" altLang="en-US" sz="5400" dirty="0">
              <a:solidFill>
                <a:schemeClr val="bg1"/>
              </a:solidFill>
              <a:latin typeface="Bahnschrift SemiBold SemiCondensed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4768" y="4903437"/>
            <a:ext cx="8098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rgbClr val="84D94A"/>
                </a:solidFill>
                <a:latin typeface="Bahnschrift SemiLight Condensed" panose="020B0502040204020203" pitchFamily="34" charset="0"/>
                <a:ea typeface="微软雅黑 Light" panose="020B0502040204020203" pitchFamily="34" charset="-122"/>
              </a:rPr>
              <a:t>03</a:t>
            </a:r>
            <a:endParaRPr lang="zh-CN" altLang="en-US" sz="6000" dirty="0">
              <a:solidFill>
                <a:srgbClr val="84D94A"/>
              </a:solidFill>
              <a:latin typeface="Bahnschrift SemiLight Condensed" panose="020B0502040204020203" pitchFamily="34" charset="0"/>
              <a:ea typeface="微软雅黑 Light" panose="020B0502040204020203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896733" y="4917743"/>
            <a:ext cx="3692550" cy="868973"/>
            <a:chOff x="2560320" y="2233254"/>
            <a:chExt cx="4592254" cy="868973"/>
          </a:xfrm>
        </p:grpSpPr>
        <p:sp>
          <p:nvSpPr>
            <p:cNvPr id="13" name="文本框 12"/>
            <p:cNvSpPr txBox="1"/>
            <p:nvPr/>
          </p:nvSpPr>
          <p:spPr>
            <a:xfrm>
              <a:off x="2560320" y="2233254"/>
              <a:ext cx="2641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项目成果展示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2593556" y="2661465"/>
              <a:ext cx="4559018" cy="4407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点击输入本栏的具体文字，简明扼要的说明分项内容，此为概念简明扼要的说明分项内容。</a:t>
              </a:r>
              <a:endParaRPr lang="zh-CN" altLang="en-US" sz="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7044973" y="4903437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rgbClr val="4DEAFD"/>
                </a:solidFill>
                <a:latin typeface="Bahnschrift SemiLight Condensed" panose="020B0502040204020203" pitchFamily="34" charset="0"/>
                <a:ea typeface="微软雅黑 Light" panose="020B0502040204020203" pitchFamily="34" charset="-122"/>
              </a:rPr>
              <a:t>04</a:t>
            </a:r>
            <a:endParaRPr lang="zh-CN" altLang="en-US" sz="6000" dirty="0">
              <a:solidFill>
                <a:srgbClr val="4DEAFD"/>
              </a:solidFill>
              <a:latin typeface="Bahnschrift SemiLight Condensed" panose="020B0502040204020203" pitchFamily="34" charset="0"/>
              <a:ea typeface="微软雅黑 Light" panose="020B0502040204020203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7896938" y="4917743"/>
            <a:ext cx="3692550" cy="868973"/>
            <a:chOff x="2560320" y="2233254"/>
            <a:chExt cx="4592254" cy="868973"/>
          </a:xfrm>
        </p:grpSpPr>
        <p:sp>
          <p:nvSpPr>
            <p:cNvPr id="22" name="文本框 21"/>
            <p:cNvSpPr txBox="1"/>
            <p:nvPr/>
          </p:nvSpPr>
          <p:spPr>
            <a:xfrm>
              <a:off x="2560320" y="2233254"/>
              <a:ext cx="2641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下步工作计划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2593556" y="2661465"/>
              <a:ext cx="4559018" cy="4407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点击输入本栏的具体文字，简明扼要的说明分项内容，此为概念简明扼要的说明分项内容。</a:t>
              </a:r>
              <a:endParaRPr lang="zh-CN" altLang="en-US" sz="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048316" y="3593820"/>
            <a:ext cx="7104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rgbClr val="4DEAFD"/>
                </a:solidFill>
                <a:latin typeface="Bahnschrift SemiLight Condensed" panose="020B0502040204020203" pitchFamily="34" charset="0"/>
                <a:ea typeface="微软雅黑 Light" panose="020B0502040204020203" pitchFamily="34" charset="-122"/>
              </a:rPr>
              <a:t>01</a:t>
            </a:r>
            <a:endParaRPr lang="zh-CN" altLang="en-US" sz="6000" dirty="0">
              <a:solidFill>
                <a:srgbClr val="4DEAFD"/>
              </a:solidFill>
              <a:latin typeface="Bahnschrift SemiLight Condensed" panose="020B0502040204020203" pitchFamily="34" charset="0"/>
              <a:ea typeface="微软雅黑 Light" panose="020B0502040204020203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900281" y="3608126"/>
            <a:ext cx="3692550" cy="868973"/>
            <a:chOff x="2560320" y="2233254"/>
            <a:chExt cx="4592254" cy="868973"/>
          </a:xfrm>
        </p:grpSpPr>
        <p:sp>
          <p:nvSpPr>
            <p:cNvPr id="28" name="文本框 27"/>
            <p:cNvSpPr txBox="1"/>
            <p:nvPr/>
          </p:nvSpPr>
          <p:spPr>
            <a:xfrm>
              <a:off x="2560320" y="2233254"/>
              <a:ext cx="2641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年度工作概述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2593556" y="2661465"/>
              <a:ext cx="4559018" cy="4407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点击输入本栏的具体文字，简明扼要的说明分项内容，此为概念简明扼要的说明分项内容。</a:t>
              </a:r>
              <a:endParaRPr lang="zh-CN" altLang="en-US" sz="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7048521" y="3593820"/>
            <a:ext cx="81144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rgbClr val="84D94A"/>
                </a:solidFill>
                <a:latin typeface="Bahnschrift SemiLight Condensed" panose="020B0502040204020203" pitchFamily="34" charset="0"/>
                <a:ea typeface="微软雅黑 Light" panose="020B0502040204020203" pitchFamily="34" charset="-122"/>
              </a:rPr>
              <a:t>02</a:t>
            </a:r>
            <a:endParaRPr lang="zh-CN" altLang="en-US" sz="6000" dirty="0">
              <a:solidFill>
                <a:srgbClr val="84D94A"/>
              </a:solidFill>
              <a:latin typeface="Bahnschrift SemiLight Condensed" panose="020B0502040204020203" pitchFamily="34" charset="0"/>
              <a:ea typeface="微软雅黑 Light" panose="020B0502040204020203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7900486" y="3608126"/>
            <a:ext cx="3692550" cy="868973"/>
            <a:chOff x="2560320" y="2233254"/>
            <a:chExt cx="4592254" cy="868973"/>
          </a:xfrm>
        </p:grpSpPr>
        <p:sp>
          <p:nvSpPr>
            <p:cNvPr id="32" name="文本框 31"/>
            <p:cNvSpPr txBox="1"/>
            <p:nvPr/>
          </p:nvSpPr>
          <p:spPr>
            <a:xfrm>
              <a:off x="2560320" y="2233254"/>
              <a:ext cx="2641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工作完成情况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2593556" y="2661465"/>
              <a:ext cx="4559018" cy="4407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点击输入本栏的具体文字，简明扼要的说明分项内容，此为概念简明扼要的说明分项内容。</a:t>
              </a:r>
              <a:endParaRPr lang="zh-CN" altLang="en-US" sz="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/>
          <p:cNvSpPr/>
          <p:nvPr/>
        </p:nvSpPr>
        <p:spPr>
          <a:xfrm rot="20723155">
            <a:off x="5442179" y="-945177"/>
            <a:ext cx="3499703" cy="3499703"/>
          </a:xfrm>
          <a:prstGeom prst="roundRect">
            <a:avLst>
              <a:gd name="adj" fmla="val 9713"/>
            </a:avLst>
          </a:prstGeom>
          <a:solidFill>
            <a:srgbClr val="74C7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41274" y="3268283"/>
            <a:ext cx="4269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dirty="0">
                <a:solidFill>
                  <a:srgbClr val="84D9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5140" y="4071392"/>
            <a:ext cx="4858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总结计划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实习报告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工作汇报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76545" y="4797192"/>
            <a:ext cx="1307258" cy="307777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</a:rPr>
              <a:t>稻壳儿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412974" y="4790278"/>
            <a:ext cx="1307258" cy="307777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</a:rPr>
              <a:t>部门：销售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0271" y="5152591"/>
            <a:ext cx="5113342" cy="489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Please enter your detailed text here, the content should be concise and clear, concise and concise do not need too much text modification and expression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。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字魂57号-创细黑" panose="00000500000000000000" pitchFamily="2" charset="-122"/>
              <a:ea typeface="字魂57号-创细黑" panose="00000500000000000000" pitchFamily="2" charset="-122"/>
            </a:endParaRPr>
          </a:p>
        </p:txBody>
      </p:sp>
      <p:sp>
        <p:nvSpPr>
          <p:cNvPr id="2" name="矩形: 圆角 1"/>
          <p:cNvSpPr/>
          <p:nvPr/>
        </p:nvSpPr>
        <p:spPr>
          <a:xfrm rot="495382">
            <a:off x="7486265" y="-524202"/>
            <a:ext cx="5277101" cy="5277101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8796900" y="3531143"/>
            <a:ext cx="4055237" cy="4055237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 rot="495382" flipV="1">
            <a:off x="-381830" y="-419774"/>
            <a:ext cx="1274336" cy="1274336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619861" y="-140147"/>
            <a:ext cx="715080" cy="715080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27986" y="231073"/>
            <a:ext cx="191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岗位述职报告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915893" y="0"/>
            <a:ext cx="3075709" cy="3920836"/>
          </a:xfrm>
          <a:prstGeom prst="rect">
            <a:avLst/>
          </a:prstGeom>
          <a:blipFill>
            <a:blip r:embed="rId1"/>
            <a:stretch>
              <a:fillRect t="-23000" r="-1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5915892" y="4045526"/>
            <a:ext cx="3075709" cy="2812473"/>
          </a:xfrm>
          <a:prstGeom prst="rect">
            <a:avLst/>
          </a:prstGeom>
          <a:solidFill>
            <a:srgbClr val="74C7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9116291" y="0"/>
            <a:ext cx="3075709" cy="2812473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9116291" y="2937163"/>
            <a:ext cx="3075709" cy="3920836"/>
          </a:xfrm>
          <a:prstGeom prst="rect">
            <a:avLst/>
          </a:prstGeom>
          <a:blipFill>
            <a:blip r:embed="rId2"/>
            <a:stretch>
              <a:fillRect t="-23000" r="-1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929280" y="4230428"/>
            <a:ext cx="10486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Bahnschrift SemiLight Condensed" panose="020B0502040204020203" pitchFamily="34" charset="0"/>
                <a:ea typeface="微软雅黑 Light" panose="020B0502040204020203" pitchFamily="34" charset="-122"/>
              </a:rPr>
              <a:t>65+</a:t>
            </a:r>
            <a:endParaRPr lang="zh-CN" altLang="en-US" sz="6000" dirty="0">
              <a:solidFill>
                <a:schemeClr val="bg1"/>
              </a:solidFill>
              <a:latin typeface="Bahnschrift SemiLight Condensed" panose="020B0502040204020203" pitchFamily="34" charset="0"/>
              <a:ea typeface="微软雅黑 Light" panose="020B0502040204020203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289965" y="5246091"/>
            <a:ext cx="2354566" cy="905170"/>
            <a:chOff x="1331170" y="4779449"/>
            <a:chExt cx="2354566" cy="905170"/>
          </a:xfrm>
        </p:grpSpPr>
        <p:sp>
          <p:nvSpPr>
            <p:cNvPr id="41" name="文本框 40"/>
            <p:cNvSpPr txBox="1"/>
            <p:nvPr/>
          </p:nvSpPr>
          <p:spPr>
            <a:xfrm>
              <a:off x="1615155" y="4779449"/>
              <a:ext cx="17865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endParaRPr lang="en-US" altLang="zh-CN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331170" y="5060024"/>
              <a:ext cx="2354566" cy="624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详细内容点击输入栏的具体文字，简明扼要的说明分项内容，此为概念详细图解内容。</a:t>
              </a:r>
              <a:endParaRPr lang="en-US" altLang="zh-CN" sz="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10115826" y="446154"/>
            <a:ext cx="10486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Bahnschrift SemiLight Condensed" panose="020B0502040204020203" pitchFamily="34" charset="0"/>
                <a:ea typeface="微软雅黑 Light" panose="020B0502040204020203" pitchFamily="34" charset="-122"/>
              </a:rPr>
              <a:t>95+</a:t>
            </a:r>
            <a:endParaRPr lang="zh-CN" altLang="en-US" sz="6000" dirty="0">
              <a:solidFill>
                <a:schemeClr val="bg1"/>
              </a:solidFill>
              <a:latin typeface="Bahnschrift SemiLight Condensed" panose="020B0502040204020203" pitchFamily="34" charset="0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9476511" y="1461817"/>
            <a:ext cx="2354566" cy="905170"/>
            <a:chOff x="1331170" y="4779449"/>
            <a:chExt cx="2354566" cy="905170"/>
          </a:xfrm>
        </p:grpSpPr>
        <p:sp>
          <p:nvSpPr>
            <p:cNvPr id="45" name="文本框 44"/>
            <p:cNvSpPr txBox="1"/>
            <p:nvPr/>
          </p:nvSpPr>
          <p:spPr>
            <a:xfrm>
              <a:off x="1615155" y="4779449"/>
              <a:ext cx="17865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endParaRPr lang="en-US" altLang="zh-CN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331170" y="5060024"/>
              <a:ext cx="2354566" cy="624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详细内容点击输入栏的具体文字，简明扼要的说明分项内容，此为概念详细图解内容。</a:t>
              </a:r>
              <a:endParaRPr lang="en-US" altLang="zh-CN" sz="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  <p:sp>
        <p:nvSpPr>
          <p:cNvPr id="47" name="Oval 1"/>
          <p:cNvSpPr/>
          <p:nvPr/>
        </p:nvSpPr>
        <p:spPr>
          <a:xfrm>
            <a:off x="710181" y="1572198"/>
            <a:ext cx="1885892" cy="1885892"/>
          </a:xfrm>
          <a:prstGeom prst="ellipse">
            <a:avLst/>
          </a:prstGeom>
          <a:noFill/>
          <a:ln w="1270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Bahnschrift SemiBold" panose="020B0502040204020203" pitchFamily="34" charset="0"/>
                <a:ea typeface="微软雅黑" panose="020B0503020204020204" pitchFamily="34" charset="-122"/>
              </a:rPr>
              <a:t>85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Bahnschrift SemiBold" panose="020B0502040204020203" pitchFamily="34" charset="0"/>
                <a:ea typeface="微软雅黑" panose="020B0503020204020204" pitchFamily="34" charset="-122"/>
              </a:rPr>
              <a:t>%</a:t>
            </a:r>
            <a:endParaRPr lang="en-US" dirty="0">
              <a:solidFill>
                <a:schemeClr val="tx2">
                  <a:lumMod val="75000"/>
                </a:schemeClr>
              </a:solidFill>
              <a:latin typeface="Bahnschrift SemiBold" panose="020B0502040204020203" pitchFamily="34" charset="0"/>
              <a:ea typeface="微软雅黑" panose="020B0503020204020204" pitchFamily="34" charset="-122"/>
            </a:endParaRPr>
          </a:p>
          <a:p>
            <a:pPr algn="ctr"/>
            <a:r>
              <a:rPr lang="en-US" sz="1100" dirty="0">
                <a:solidFill>
                  <a:schemeClr val="tx2">
                    <a:lumMod val="75000"/>
                  </a:schemeClr>
                </a:solidFill>
                <a:latin typeface="Bahnschrift SemiBold" panose="020B0502040204020203" pitchFamily="34" charset="0"/>
                <a:ea typeface="微软雅黑" panose="020B0503020204020204" pitchFamily="34" charset="-122"/>
              </a:rPr>
              <a:t>185,547,251</a:t>
            </a:r>
            <a:endParaRPr lang="en-US" sz="1100" dirty="0">
              <a:solidFill>
                <a:schemeClr val="tx2">
                  <a:lumMod val="75000"/>
                </a:schemeClr>
              </a:solidFill>
              <a:latin typeface="Bahnschrift SemiBold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48" name="Arc 7"/>
          <p:cNvSpPr/>
          <p:nvPr/>
        </p:nvSpPr>
        <p:spPr>
          <a:xfrm>
            <a:off x="710181" y="1572198"/>
            <a:ext cx="1885892" cy="1885892"/>
          </a:xfrm>
          <a:prstGeom prst="arc">
            <a:avLst>
              <a:gd name="adj1" fmla="val 16200000"/>
              <a:gd name="adj2" fmla="val 10152941"/>
            </a:avLst>
          </a:prstGeom>
          <a:noFill/>
          <a:ln w="127000" cap="rnd">
            <a:solidFill>
              <a:srgbClr val="4DEA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Oval 10"/>
          <p:cNvSpPr/>
          <p:nvPr/>
        </p:nvSpPr>
        <p:spPr>
          <a:xfrm>
            <a:off x="3365830" y="1572198"/>
            <a:ext cx="1885892" cy="1885892"/>
          </a:xfrm>
          <a:prstGeom prst="ellipse">
            <a:avLst/>
          </a:prstGeom>
          <a:noFill/>
          <a:ln w="1270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Bahnschrift SemiBold" panose="020B0502040204020203" pitchFamily="34" charset="0"/>
                <a:ea typeface="微软雅黑" panose="020B0503020204020204" pitchFamily="34" charset="-122"/>
              </a:rPr>
              <a:t>15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Bahnschrift SemiBold" panose="020B0502040204020203" pitchFamily="34" charset="0"/>
                <a:ea typeface="微软雅黑" panose="020B0503020204020204" pitchFamily="34" charset="-122"/>
              </a:rPr>
              <a:t>%</a:t>
            </a:r>
            <a:endParaRPr lang="en-US" dirty="0">
              <a:solidFill>
                <a:schemeClr val="tx2">
                  <a:lumMod val="75000"/>
                </a:schemeClr>
              </a:solidFill>
              <a:latin typeface="Bahnschrift SemiBold" panose="020B0502040204020203" pitchFamily="34" charset="0"/>
              <a:ea typeface="微软雅黑" panose="020B0503020204020204" pitchFamily="34" charset="-122"/>
            </a:endParaRPr>
          </a:p>
          <a:p>
            <a:pPr algn="ctr"/>
            <a:r>
              <a:rPr lang="en-US" sz="1100" dirty="0">
                <a:solidFill>
                  <a:schemeClr val="tx2">
                    <a:lumMod val="75000"/>
                  </a:schemeClr>
                </a:solidFill>
                <a:latin typeface="Bahnschrift SemiBold" panose="020B0502040204020203" pitchFamily="34" charset="0"/>
                <a:ea typeface="微软雅黑" panose="020B0503020204020204" pitchFamily="34" charset="-122"/>
              </a:rPr>
              <a:t>185,547,251</a:t>
            </a:r>
            <a:endParaRPr lang="en-US" sz="1100" dirty="0">
              <a:solidFill>
                <a:schemeClr val="tx2">
                  <a:lumMod val="75000"/>
                </a:schemeClr>
              </a:solidFill>
              <a:latin typeface="Bahnschrift SemiBold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50" name="Arc 11"/>
          <p:cNvSpPr/>
          <p:nvPr/>
        </p:nvSpPr>
        <p:spPr>
          <a:xfrm>
            <a:off x="3365830" y="1572198"/>
            <a:ext cx="1885892" cy="1885892"/>
          </a:xfrm>
          <a:prstGeom prst="arc">
            <a:avLst>
              <a:gd name="adj1" fmla="val 16200000"/>
              <a:gd name="adj2" fmla="val 20162400"/>
            </a:avLst>
          </a:prstGeom>
          <a:noFill/>
          <a:ln w="127000" cap="rnd">
            <a:solidFill>
              <a:srgbClr val="4DEA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28536" y="3824041"/>
            <a:ext cx="7104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rgbClr val="84D94A"/>
                </a:solidFill>
                <a:latin typeface="Bahnschrift SemiLight Condensed" panose="020B0502040204020203" pitchFamily="34" charset="0"/>
                <a:ea typeface="微软雅黑" panose="020B0503020204020204" pitchFamily="34" charset="-122"/>
              </a:rPr>
              <a:t>01</a:t>
            </a:r>
            <a:endParaRPr lang="zh-CN" altLang="en-US" sz="6000" dirty="0">
              <a:solidFill>
                <a:srgbClr val="84D94A"/>
              </a:solidFill>
              <a:latin typeface="Bahnschrift SemiLight Condensed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1500824" y="3875418"/>
            <a:ext cx="4067998" cy="831902"/>
            <a:chOff x="2560320" y="2270325"/>
            <a:chExt cx="4592254" cy="831902"/>
          </a:xfrm>
        </p:grpSpPr>
        <p:sp>
          <p:nvSpPr>
            <p:cNvPr id="53" name="文本框 52"/>
            <p:cNvSpPr txBox="1"/>
            <p:nvPr/>
          </p:nvSpPr>
          <p:spPr>
            <a:xfrm>
              <a:off x="2560320" y="2270325"/>
              <a:ext cx="2641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2593556" y="2661465"/>
              <a:ext cx="4559018" cy="4407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8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8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点击输入本栏的具体文字，简明扼要的说明分项内容，此为概念简明扼要的说明分项内容。</a:t>
              </a:r>
              <a:endParaRPr lang="zh-CN" altLang="en-US" sz="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  <p:sp>
        <p:nvSpPr>
          <p:cNvPr id="55" name="文本框 54"/>
          <p:cNvSpPr txBox="1"/>
          <p:nvPr/>
        </p:nvSpPr>
        <p:spPr>
          <a:xfrm>
            <a:off x="626382" y="5117317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rgbClr val="84D94A"/>
                </a:solidFill>
                <a:latin typeface="Bahnschrift SemiLight Condensed" panose="020B0502040204020203" pitchFamily="34" charset="0"/>
                <a:ea typeface="微软雅黑" panose="020B0503020204020204" pitchFamily="34" charset="-122"/>
              </a:rPr>
              <a:t>02</a:t>
            </a:r>
            <a:endParaRPr lang="zh-CN" altLang="en-US" sz="6000" dirty="0">
              <a:solidFill>
                <a:srgbClr val="84D94A"/>
              </a:solidFill>
              <a:latin typeface="Bahnschrift SemiLight Condensed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1498670" y="5168694"/>
            <a:ext cx="4067998" cy="831902"/>
            <a:chOff x="2560320" y="2270325"/>
            <a:chExt cx="4592254" cy="831902"/>
          </a:xfrm>
        </p:grpSpPr>
        <p:sp>
          <p:nvSpPr>
            <p:cNvPr id="57" name="文本框 56"/>
            <p:cNvSpPr txBox="1"/>
            <p:nvPr/>
          </p:nvSpPr>
          <p:spPr>
            <a:xfrm>
              <a:off x="2560320" y="2270325"/>
              <a:ext cx="2641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2593556" y="2661465"/>
              <a:ext cx="4559018" cy="4407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8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8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点击输入本栏的具体文字，简明扼要的说明分项内容，此为概念简明扼要的说明分项内容。</a:t>
              </a:r>
              <a:endParaRPr lang="zh-CN" altLang="en-US" sz="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 rot="495382" flipV="1">
            <a:off x="-381830" y="-419774"/>
            <a:ext cx="1274336" cy="1274336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619861" y="-140147"/>
            <a:ext cx="715080" cy="715080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27986" y="231073"/>
            <a:ext cx="191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岗位述职报告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898916" y="1968870"/>
            <a:ext cx="1530240" cy="1530240"/>
            <a:chOff x="1248124" y="1985536"/>
            <a:chExt cx="781493" cy="781493"/>
          </a:xfrm>
        </p:grpSpPr>
        <p:sp>
          <p:nvSpPr>
            <p:cNvPr id="6" name="Oval 2"/>
            <p:cNvSpPr/>
            <p:nvPr/>
          </p:nvSpPr>
          <p:spPr>
            <a:xfrm>
              <a:off x="1248124" y="1985536"/>
              <a:ext cx="781493" cy="781493"/>
            </a:xfrm>
            <a:prstGeom prst="ellipse">
              <a:avLst/>
            </a:prstGeom>
            <a:solidFill>
              <a:srgbClr val="84D94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54"/>
            <p:cNvSpPr>
              <a:spLocks noEditPoints="1"/>
            </p:cNvSpPr>
            <p:nvPr/>
          </p:nvSpPr>
          <p:spPr bwMode="auto">
            <a:xfrm>
              <a:off x="1420740" y="2175387"/>
              <a:ext cx="436260" cy="445608"/>
            </a:xfrm>
            <a:custGeom>
              <a:avLst/>
              <a:gdLst>
                <a:gd name="T0" fmla="*/ 126 w 175"/>
                <a:gd name="T1" fmla="*/ 34 h 178"/>
                <a:gd name="T2" fmla="*/ 53 w 175"/>
                <a:gd name="T3" fmla="*/ 28 h 178"/>
                <a:gd name="T4" fmla="*/ 11 w 175"/>
                <a:gd name="T5" fmla="*/ 44 h 178"/>
                <a:gd name="T6" fmla="*/ 0 w 175"/>
                <a:gd name="T7" fmla="*/ 57 h 178"/>
                <a:gd name="T8" fmla="*/ 14 w 175"/>
                <a:gd name="T9" fmla="*/ 83 h 178"/>
                <a:gd name="T10" fmla="*/ 50 w 175"/>
                <a:gd name="T11" fmla="*/ 145 h 178"/>
                <a:gd name="T12" fmla="*/ 62 w 175"/>
                <a:gd name="T13" fmla="*/ 167 h 178"/>
                <a:gd name="T14" fmla="*/ 79 w 175"/>
                <a:gd name="T15" fmla="*/ 176 h 178"/>
                <a:gd name="T16" fmla="*/ 123 w 175"/>
                <a:gd name="T17" fmla="*/ 151 h 178"/>
                <a:gd name="T18" fmla="*/ 164 w 175"/>
                <a:gd name="T19" fmla="*/ 134 h 178"/>
                <a:gd name="T20" fmla="*/ 171 w 175"/>
                <a:gd name="T21" fmla="*/ 57 h 178"/>
                <a:gd name="T22" fmla="*/ 158 w 175"/>
                <a:gd name="T23" fmla="*/ 89 h 178"/>
                <a:gd name="T24" fmla="*/ 159 w 175"/>
                <a:gd name="T25" fmla="*/ 79 h 178"/>
                <a:gd name="T26" fmla="*/ 142 w 175"/>
                <a:gd name="T27" fmla="*/ 70 h 178"/>
                <a:gd name="T28" fmla="*/ 129 w 175"/>
                <a:gd name="T29" fmla="*/ 40 h 178"/>
                <a:gd name="T30" fmla="*/ 154 w 175"/>
                <a:gd name="T31" fmla="*/ 94 h 178"/>
                <a:gd name="T32" fmla="*/ 154 w 175"/>
                <a:gd name="T33" fmla="*/ 95 h 178"/>
                <a:gd name="T34" fmla="*/ 136 w 175"/>
                <a:gd name="T35" fmla="*/ 89 h 178"/>
                <a:gd name="T36" fmla="*/ 138 w 175"/>
                <a:gd name="T37" fmla="*/ 75 h 178"/>
                <a:gd name="T38" fmla="*/ 148 w 175"/>
                <a:gd name="T39" fmla="*/ 90 h 178"/>
                <a:gd name="T40" fmla="*/ 154 w 175"/>
                <a:gd name="T41" fmla="*/ 94 h 178"/>
                <a:gd name="T42" fmla="*/ 113 w 175"/>
                <a:gd name="T43" fmla="*/ 47 h 178"/>
                <a:gd name="T44" fmla="*/ 122 w 175"/>
                <a:gd name="T45" fmla="*/ 40 h 178"/>
                <a:gd name="T46" fmla="*/ 88 w 175"/>
                <a:gd name="T47" fmla="*/ 7 h 178"/>
                <a:gd name="T48" fmla="*/ 92 w 175"/>
                <a:gd name="T49" fmla="*/ 37 h 178"/>
                <a:gd name="T50" fmla="*/ 88 w 175"/>
                <a:gd name="T51" fmla="*/ 7 h 178"/>
                <a:gd name="T52" fmla="*/ 82 w 175"/>
                <a:gd name="T53" fmla="*/ 40 h 178"/>
                <a:gd name="T54" fmla="*/ 50 w 175"/>
                <a:gd name="T55" fmla="*/ 54 h 178"/>
                <a:gd name="T56" fmla="*/ 48 w 175"/>
                <a:gd name="T57" fmla="*/ 34 h 178"/>
                <a:gd name="T58" fmla="*/ 42 w 175"/>
                <a:gd name="T59" fmla="*/ 58 h 178"/>
                <a:gd name="T60" fmla="*/ 15 w 175"/>
                <a:gd name="T61" fmla="*/ 67 h 178"/>
                <a:gd name="T62" fmla="*/ 17 w 175"/>
                <a:gd name="T63" fmla="*/ 48 h 178"/>
                <a:gd name="T64" fmla="*/ 48 w 175"/>
                <a:gd name="T65" fmla="*/ 34 h 178"/>
                <a:gd name="T66" fmla="*/ 22 w 175"/>
                <a:gd name="T67" fmla="*/ 84 h 178"/>
                <a:gd name="T68" fmla="*/ 22 w 175"/>
                <a:gd name="T69" fmla="*/ 83 h 178"/>
                <a:gd name="T70" fmla="*/ 39 w 175"/>
                <a:gd name="T71" fmla="*/ 89 h 178"/>
                <a:gd name="T72" fmla="*/ 11 w 175"/>
                <a:gd name="T73" fmla="*/ 119 h 178"/>
                <a:gd name="T74" fmla="*/ 42 w 175"/>
                <a:gd name="T75" fmla="*/ 116 h 178"/>
                <a:gd name="T76" fmla="*/ 11 w 175"/>
                <a:gd name="T77" fmla="*/ 119 h 178"/>
                <a:gd name="T78" fmla="*/ 48 w 175"/>
                <a:gd name="T79" fmla="*/ 62 h 178"/>
                <a:gd name="T80" fmla="*/ 92 w 175"/>
                <a:gd name="T81" fmla="*/ 44 h 178"/>
                <a:gd name="T82" fmla="*/ 128 w 175"/>
                <a:gd name="T83" fmla="*/ 66 h 178"/>
                <a:gd name="T84" fmla="*/ 128 w 175"/>
                <a:gd name="T85" fmla="*/ 116 h 178"/>
                <a:gd name="T86" fmla="*/ 84 w 175"/>
                <a:gd name="T87" fmla="*/ 134 h 178"/>
                <a:gd name="T88" fmla="*/ 48 w 175"/>
                <a:gd name="T89" fmla="*/ 112 h 178"/>
                <a:gd name="T90" fmla="*/ 49 w 175"/>
                <a:gd name="T91" fmla="*/ 122 h 178"/>
                <a:gd name="T92" fmla="*/ 74 w 175"/>
                <a:gd name="T93" fmla="*/ 137 h 178"/>
                <a:gd name="T94" fmla="*/ 49 w 175"/>
                <a:gd name="T95" fmla="*/ 122 h 178"/>
                <a:gd name="T96" fmla="*/ 83 w 175"/>
                <a:gd name="T97" fmla="*/ 171 h 178"/>
                <a:gd name="T98" fmla="*/ 73 w 175"/>
                <a:gd name="T99" fmla="*/ 156 h 178"/>
                <a:gd name="T100" fmla="*/ 57 w 175"/>
                <a:gd name="T101" fmla="*/ 145 h 178"/>
                <a:gd name="T102" fmla="*/ 116 w 175"/>
                <a:gd name="T103" fmla="*/ 150 h 178"/>
                <a:gd name="T104" fmla="*/ 119 w 175"/>
                <a:gd name="T105" fmla="*/ 144 h 178"/>
                <a:gd name="T106" fmla="*/ 105 w 175"/>
                <a:gd name="T107" fmla="*/ 134 h 178"/>
                <a:gd name="T108" fmla="*/ 119 w 175"/>
                <a:gd name="T109" fmla="*/ 144 h 178"/>
                <a:gd name="T110" fmla="*/ 128 w 175"/>
                <a:gd name="T111" fmla="*/ 144 h 178"/>
                <a:gd name="T112" fmla="*/ 133 w 175"/>
                <a:gd name="T113" fmla="*/ 120 h 178"/>
                <a:gd name="T114" fmla="*/ 159 w 175"/>
                <a:gd name="T115" fmla="*/ 13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75" h="178">
                  <a:moveTo>
                    <a:pt x="171" y="57"/>
                  </a:moveTo>
                  <a:cubicBezTo>
                    <a:pt x="165" y="43"/>
                    <a:pt x="149" y="35"/>
                    <a:pt x="126" y="34"/>
                  </a:cubicBezTo>
                  <a:cubicBezTo>
                    <a:pt x="117" y="13"/>
                    <a:pt x="104" y="0"/>
                    <a:pt x="88" y="0"/>
                  </a:cubicBezTo>
                  <a:cubicBezTo>
                    <a:pt x="74" y="0"/>
                    <a:pt x="61" y="11"/>
                    <a:pt x="53" y="28"/>
                  </a:cubicBezTo>
                  <a:cubicBezTo>
                    <a:pt x="51" y="28"/>
                    <a:pt x="50" y="27"/>
                    <a:pt x="48" y="27"/>
                  </a:cubicBezTo>
                  <a:cubicBezTo>
                    <a:pt x="31" y="27"/>
                    <a:pt x="18" y="33"/>
                    <a:pt x="11" y="44"/>
                  </a:cubicBezTo>
                  <a:cubicBezTo>
                    <a:pt x="11" y="45"/>
                    <a:pt x="11" y="45"/>
                    <a:pt x="10" y="46"/>
                  </a:cubicBezTo>
                  <a:cubicBezTo>
                    <a:pt x="5" y="46"/>
                    <a:pt x="0" y="51"/>
                    <a:pt x="0" y="57"/>
                  </a:cubicBezTo>
                  <a:cubicBezTo>
                    <a:pt x="0" y="62"/>
                    <a:pt x="4" y="67"/>
                    <a:pt x="9" y="68"/>
                  </a:cubicBezTo>
                  <a:cubicBezTo>
                    <a:pt x="10" y="73"/>
                    <a:pt x="11" y="78"/>
                    <a:pt x="14" y="83"/>
                  </a:cubicBezTo>
                  <a:cubicBezTo>
                    <a:pt x="4" y="96"/>
                    <a:pt x="1" y="110"/>
                    <a:pt x="5" y="121"/>
                  </a:cubicBezTo>
                  <a:cubicBezTo>
                    <a:pt x="10" y="135"/>
                    <a:pt x="27" y="144"/>
                    <a:pt x="50" y="145"/>
                  </a:cubicBezTo>
                  <a:cubicBezTo>
                    <a:pt x="53" y="153"/>
                    <a:pt x="57" y="159"/>
                    <a:pt x="62" y="165"/>
                  </a:cubicBezTo>
                  <a:cubicBezTo>
                    <a:pt x="62" y="166"/>
                    <a:pt x="62" y="166"/>
                    <a:pt x="62" y="167"/>
                  </a:cubicBezTo>
                  <a:cubicBezTo>
                    <a:pt x="62" y="173"/>
                    <a:pt x="67" y="178"/>
                    <a:pt x="73" y="178"/>
                  </a:cubicBezTo>
                  <a:cubicBezTo>
                    <a:pt x="75" y="178"/>
                    <a:pt x="77" y="177"/>
                    <a:pt x="79" y="176"/>
                  </a:cubicBezTo>
                  <a:cubicBezTo>
                    <a:pt x="82" y="178"/>
                    <a:pt x="85" y="178"/>
                    <a:pt x="88" y="178"/>
                  </a:cubicBezTo>
                  <a:cubicBezTo>
                    <a:pt x="102" y="178"/>
                    <a:pt x="114" y="168"/>
                    <a:pt x="123" y="151"/>
                  </a:cubicBezTo>
                  <a:cubicBezTo>
                    <a:pt x="125" y="151"/>
                    <a:pt x="126" y="151"/>
                    <a:pt x="128" y="151"/>
                  </a:cubicBezTo>
                  <a:cubicBezTo>
                    <a:pt x="145" y="151"/>
                    <a:pt x="158" y="145"/>
                    <a:pt x="164" y="134"/>
                  </a:cubicBezTo>
                  <a:cubicBezTo>
                    <a:pt x="171" y="124"/>
                    <a:pt x="170" y="110"/>
                    <a:pt x="162" y="95"/>
                  </a:cubicBezTo>
                  <a:cubicBezTo>
                    <a:pt x="172" y="82"/>
                    <a:pt x="175" y="68"/>
                    <a:pt x="171" y="57"/>
                  </a:cubicBezTo>
                  <a:close/>
                  <a:moveTo>
                    <a:pt x="165" y="59"/>
                  </a:moveTo>
                  <a:cubicBezTo>
                    <a:pt x="168" y="68"/>
                    <a:pt x="166" y="79"/>
                    <a:pt x="158" y="89"/>
                  </a:cubicBezTo>
                  <a:cubicBezTo>
                    <a:pt x="158" y="89"/>
                    <a:pt x="157" y="88"/>
                    <a:pt x="156" y="87"/>
                  </a:cubicBezTo>
                  <a:cubicBezTo>
                    <a:pt x="158" y="85"/>
                    <a:pt x="159" y="82"/>
                    <a:pt x="159" y="79"/>
                  </a:cubicBezTo>
                  <a:cubicBezTo>
                    <a:pt x="159" y="73"/>
                    <a:pt x="155" y="68"/>
                    <a:pt x="148" y="68"/>
                  </a:cubicBezTo>
                  <a:cubicBezTo>
                    <a:pt x="146" y="68"/>
                    <a:pt x="144" y="69"/>
                    <a:pt x="142" y="70"/>
                  </a:cubicBezTo>
                  <a:cubicBezTo>
                    <a:pt x="140" y="68"/>
                    <a:pt x="137" y="65"/>
                    <a:pt x="134" y="63"/>
                  </a:cubicBezTo>
                  <a:cubicBezTo>
                    <a:pt x="133" y="55"/>
                    <a:pt x="131" y="47"/>
                    <a:pt x="129" y="40"/>
                  </a:cubicBezTo>
                  <a:cubicBezTo>
                    <a:pt x="147" y="42"/>
                    <a:pt x="161" y="49"/>
                    <a:pt x="165" y="59"/>
                  </a:cubicBezTo>
                  <a:close/>
                  <a:moveTo>
                    <a:pt x="154" y="94"/>
                  </a:moveTo>
                  <a:cubicBezTo>
                    <a:pt x="154" y="94"/>
                    <a:pt x="154" y="94"/>
                    <a:pt x="154" y="95"/>
                  </a:cubicBezTo>
                  <a:cubicBezTo>
                    <a:pt x="154" y="95"/>
                    <a:pt x="154" y="95"/>
                    <a:pt x="154" y="95"/>
                  </a:cubicBezTo>
                  <a:cubicBezTo>
                    <a:pt x="148" y="101"/>
                    <a:pt x="142" y="107"/>
                    <a:pt x="135" y="112"/>
                  </a:cubicBezTo>
                  <a:cubicBezTo>
                    <a:pt x="136" y="104"/>
                    <a:pt x="136" y="97"/>
                    <a:pt x="136" y="89"/>
                  </a:cubicBezTo>
                  <a:cubicBezTo>
                    <a:pt x="136" y="83"/>
                    <a:pt x="136" y="78"/>
                    <a:pt x="136" y="72"/>
                  </a:cubicBezTo>
                  <a:cubicBezTo>
                    <a:pt x="136" y="73"/>
                    <a:pt x="137" y="74"/>
                    <a:pt x="138" y="75"/>
                  </a:cubicBezTo>
                  <a:cubicBezTo>
                    <a:pt x="138" y="76"/>
                    <a:pt x="137" y="78"/>
                    <a:pt x="137" y="79"/>
                  </a:cubicBezTo>
                  <a:cubicBezTo>
                    <a:pt x="137" y="85"/>
                    <a:pt x="142" y="90"/>
                    <a:pt x="148" y="90"/>
                  </a:cubicBezTo>
                  <a:cubicBezTo>
                    <a:pt x="149" y="90"/>
                    <a:pt x="150" y="90"/>
                    <a:pt x="151" y="90"/>
                  </a:cubicBezTo>
                  <a:cubicBezTo>
                    <a:pt x="152" y="91"/>
                    <a:pt x="153" y="93"/>
                    <a:pt x="154" y="94"/>
                  </a:cubicBezTo>
                  <a:close/>
                  <a:moveTo>
                    <a:pt x="127" y="57"/>
                  </a:moveTo>
                  <a:cubicBezTo>
                    <a:pt x="122" y="54"/>
                    <a:pt x="118" y="50"/>
                    <a:pt x="113" y="47"/>
                  </a:cubicBezTo>
                  <a:cubicBezTo>
                    <a:pt x="109" y="45"/>
                    <a:pt x="106" y="44"/>
                    <a:pt x="102" y="42"/>
                  </a:cubicBezTo>
                  <a:cubicBezTo>
                    <a:pt x="109" y="41"/>
                    <a:pt x="115" y="40"/>
                    <a:pt x="122" y="40"/>
                  </a:cubicBezTo>
                  <a:cubicBezTo>
                    <a:pt x="124" y="45"/>
                    <a:pt x="125" y="51"/>
                    <a:pt x="127" y="57"/>
                  </a:cubicBezTo>
                  <a:close/>
                  <a:moveTo>
                    <a:pt x="88" y="7"/>
                  </a:moveTo>
                  <a:cubicBezTo>
                    <a:pt x="100" y="7"/>
                    <a:pt x="111" y="17"/>
                    <a:pt x="119" y="34"/>
                  </a:cubicBezTo>
                  <a:cubicBezTo>
                    <a:pt x="110" y="34"/>
                    <a:pt x="101" y="35"/>
                    <a:pt x="92" y="37"/>
                  </a:cubicBezTo>
                  <a:cubicBezTo>
                    <a:pt x="81" y="33"/>
                    <a:pt x="70" y="30"/>
                    <a:pt x="60" y="28"/>
                  </a:cubicBezTo>
                  <a:cubicBezTo>
                    <a:pt x="67" y="15"/>
                    <a:pt x="77" y="7"/>
                    <a:pt x="88" y="7"/>
                  </a:cubicBezTo>
                  <a:close/>
                  <a:moveTo>
                    <a:pt x="57" y="34"/>
                  </a:moveTo>
                  <a:cubicBezTo>
                    <a:pt x="65" y="35"/>
                    <a:pt x="73" y="37"/>
                    <a:pt x="82" y="40"/>
                  </a:cubicBezTo>
                  <a:cubicBezTo>
                    <a:pt x="78" y="41"/>
                    <a:pt x="74" y="43"/>
                    <a:pt x="71" y="44"/>
                  </a:cubicBezTo>
                  <a:cubicBezTo>
                    <a:pt x="63" y="47"/>
                    <a:pt x="56" y="50"/>
                    <a:pt x="50" y="54"/>
                  </a:cubicBezTo>
                  <a:cubicBezTo>
                    <a:pt x="52" y="47"/>
                    <a:pt x="54" y="40"/>
                    <a:pt x="57" y="34"/>
                  </a:cubicBezTo>
                  <a:close/>
                  <a:moveTo>
                    <a:pt x="48" y="34"/>
                  </a:moveTo>
                  <a:cubicBezTo>
                    <a:pt x="49" y="34"/>
                    <a:pt x="49" y="34"/>
                    <a:pt x="50" y="34"/>
                  </a:cubicBezTo>
                  <a:cubicBezTo>
                    <a:pt x="47" y="41"/>
                    <a:pt x="44" y="49"/>
                    <a:pt x="42" y="58"/>
                  </a:cubicBezTo>
                  <a:cubicBezTo>
                    <a:pt x="33" y="64"/>
                    <a:pt x="25" y="71"/>
                    <a:pt x="19" y="78"/>
                  </a:cubicBezTo>
                  <a:cubicBezTo>
                    <a:pt x="17" y="74"/>
                    <a:pt x="16" y="71"/>
                    <a:pt x="15" y="67"/>
                  </a:cubicBezTo>
                  <a:cubicBezTo>
                    <a:pt x="19" y="66"/>
                    <a:pt x="22" y="62"/>
                    <a:pt x="22" y="57"/>
                  </a:cubicBezTo>
                  <a:cubicBezTo>
                    <a:pt x="22" y="53"/>
                    <a:pt x="20" y="50"/>
                    <a:pt x="17" y="48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2" y="39"/>
                    <a:pt x="33" y="34"/>
                    <a:pt x="48" y="34"/>
                  </a:cubicBezTo>
                  <a:close/>
                  <a:moveTo>
                    <a:pt x="40" y="106"/>
                  </a:moveTo>
                  <a:cubicBezTo>
                    <a:pt x="33" y="99"/>
                    <a:pt x="27" y="92"/>
                    <a:pt x="22" y="84"/>
                  </a:cubicBezTo>
                  <a:cubicBezTo>
                    <a:pt x="22" y="84"/>
                    <a:pt x="22" y="84"/>
                    <a:pt x="22" y="84"/>
                  </a:cubicBezTo>
                  <a:cubicBezTo>
                    <a:pt x="22" y="84"/>
                    <a:pt x="22" y="83"/>
                    <a:pt x="22" y="83"/>
                  </a:cubicBezTo>
                  <a:cubicBezTo>
                    <a:pt x="27" y="77"/>
                    <a:pt x="34" y="72"/>
                    <a:pt x="41" y="67"/>
                  </a:cubicBezTo>
                  <a:cubicBezTo>
                    <a:pt x="40" y="74"/>
                    <a:pt x="39" y="81"/>
                    <a:pt x="39" y="89"/>
                  </a:cubicBezTo>
                  <a:cubicBezTo>
                    <a:pt x="39" y="95"/>
                    <a:pt x="40" y="101"/>
                    <a:pt x="40" y="106"/>
                  </a:cubicBezTo>
                  <a:close/>
                  <a:moveTo>
                    <a:pt x="11" y="119"/>
                  </a:moveTo>
                  <a:cubicBezTo>
                    <a:pt x="8" y="110"/>
                    <a:pt x="10" y="100"/>
                    <a:pt x="18" y="89"/>
                  </a:cubicBezTo>
                  <a:cubicBezTo>
                    <a:pt x="24" y="98"/>
                    <a:pt x="32" y="107"/>
                    <a:pt x="42" y="116"/>
                  </a:cubicBezTo>
                  <a:cubicBezTo>
                    <a:pt x="43" y="124"/>
                    <a:pt x="45" y="131"/>
                    <a:pt x="47" y="138"/>
                  </a:cubicBezTo>
                  <a:cubicBezTo>
                    <a:pt x="29" y="137"/>
                    <a:pt x="15" y="130"/>
                    <a:pt x="11" y="119"/>
                  </a:cubicBezTo>
                  <a:close/>
                  <a:moveTo>
                    <a:pt x="46" y="89"/>
                  </a:moveTo>
                  <a:cubicBezTo>
                    <a:pt x="46" y="80"/>
                    <a:pt x="47" y="71"/>
                    <a:pt x="48" y="62"/>
                  </a:cubicBezTo>
                  <a:cubicBezTo>
                    <a:pt x="56" y="57"/>
                    <a:pt x="64" y="53"/>
                    <a:pt x="73" y="50"/>
                  </a:cubicBezTo>
                  <a:cubicBezTo>
                    <a:pt x="79" y="47"/>
                    <a:pt x="85" y="46"/>
                    <a:pt x="92" y="44"/>
                  </a:cubicBezTo>
                  <a:cubicBezTo>
                    <a:pt x="98" y="47"/>
                    <a:pt x="104" y="50"/>
                    <a:pt x="109" y="53"/>
                  </a:cubicBezTo>
                  <a:cubicBezTo>
                    <a:pt x="116" y="57"/>
                    <a:pt x="123" y="61"/>
                    <a:pt x="128" y="66"/>
                  </a:cubicBezTo>
                  <a:cubicBezTo>
                    <a:pt x="129" y="73"/>
                    <a:pt x="130" y="81"/>
                    <a:pt x="130" y="89"/>
                  </a:cubicBezTo>
                  <a:cubicBezTo>
                    <a:pt x="130" y="99"/>
                    <a:pt x="129" y="108"/>
                    <a:pt x="128" y="116"/>
                  </a:cubicBezTo>
                  <a:cubicBezTo>
                    <a:pt x="120" y="121"/>
                    <a:pt x="112" y="125"/>
                    <a:pt x="103" y="128"/>
                  </a:cubicBezTo>
                  <a:cubicBezTo>
                    <a:pt x="97" y="131"/>
                    <a:pt x="91" y="133"/>
                    <a:pt x="84" y="134"/>
                  </a:cubicBezTo>
                  <a:cubicBezTo>
                    <a:pt x="78" y="132"/>
                    <a:pt x="72" y="129"/>
                    <a:pt x="67" y="125"/>
                  </a:cubicBezTo>
                  <a:cubicBezTo>
                    <a:pt x="60" y="121"/>
                    <a:pt x="53" y="117"/>
                    <a:pt x="48" y="112"/>
                  </a:cubicBezTo>
                  <a:cubicBezTo>
                    <a:pt x="46" y="105"/>
                    <a:pt x="46" y="97"/>
                    <a:pt x="46" y="89"/>
                  </a:cubicBezTo>
                  <a:close/>
                  <a:moveTo>
                    <a:pt x="49" y="122"/>
                  </a:moveTo>
                  <a:cubicBezTo>
                    <a:pt x="54" y="125"/>
                    <a:pt x="58" y="128"/>
                    <a:pt x="63" y="131"/>
                  </a:cubicBezTo>
                  <a:cubicBezTo>
                    <a:pt x="67" y="133"/>
                    <a:pt x="70" y="135"/>
                    <a:pt x="74" y="137"/>
                  </a:cubicBezTo>
                  <a:cubicBezTo>
                    <a:pt x="67" y="138"/>
                    <a:pt x="61" y="138"/>
                    <a:pt x="54" y="138"/>
                  </a:cubicBezTo>
                  <a:cubicBezTo>
                    <a:pt x="52" y="133"/>
                    <a:pt x="51" y="128"/>
                    <a:pt x="49" y="122"/>
                  </a:cubicBezTo>
                  <a:close/>
                  <a:moveTo>
                    <a:pt x="88" y="172"/>
                  </a:moveTo>
                  <a:cubicBezTo>
                    <a:pt x="86" y="172"/>
                    <a:pt x="85" y="172"/>
                    <a:pt x="83" y="171"/>
                  </a:cubicBezTo>
                  <a:cubicBezTo>
                    <a:pt x="84" y="170"/>
                    <a:pt x="84" y="168"/>
                    <a:pt x="84" y="167"/>
                  </a:cubicBezTo>
                  <a:cubicBezTo>
                    <a:pt x="84" y="161"/>
                    <a:pt x="79" y="156"/>
                    <a:pt x="73" y="156"/>
                  </a:cubicBezTo>
                  <a:cubicBezTo>
                    <a:pt x="70" y="156"/>
                    <a:pt x="68" y="157"/>
                    <a:pt x="66" y="159"/>
                  </a:cubicBezTo>
                  <a:cubicBezTo>
                    <a:pt x="62" y="155"/>
                    <a:pt x="59" y="150"/>
                    <a:pt x="57" y="145"/>
                  </a:cubicBezTo>
                  <a:cubicBezTo>
                    <a:pt x="65" y="144"/>
                    <a:pt x="75" y="143"/>
                    <a:pt x="84" y="141"/>
                  </a:cubicBezTo>
                  <a:cubicBezTo>
                    <a:pt x="95" y="146"/>
                    <a:pt x="106" y="149"/>
                    <a:pt x="116" y="150"/>
                  </a:cubicBezTo>
                  <a:cubicBezTo>
                    <a:pt x="109" y="163"/>
                    <a:pt x="99" y="172"/>
                    <a:pt x="88" y="172"/>
                  </a:cubicBezTo>
                  <a:close/>
                  <a:moveTo>
                    <a:pt x="119" y="144"/>
                  </a:moveTo>
                  <a:cubicBezTo>
                    <a:pt x="111" y="143"/>
                    <a:pt x="103" y="141"/>
                    <a:pt x="94" y="138"/>
                  </a:cubicBezTo>
                  <a:cubicBezTo>
                    <a:pt x="98" y="137"/>
                    <a:pt x="102" y="136"/>
                    <a:pt x="105" y="134"/>
                  </a:cubicBezTo>
                  <a:cubicBezTo>
                    <a:pt x="113" y="132"/>
                    <a:pt x="119" y="128"/>
                    <a:pt x="126" y="125"/>
                  </a:cubicBezTo>
                  <a:cubicBezTo>
                    <a:pt x="124" y="132"/>
                    <a:pt x="122" y="138"/>
                    <a:pt x="119" y="144"/>
                  </a:cubicBezTo>
                  <a:close/>
                  <a:moveTo>
                    <a:pt x="159" y="131"/>
                  </a:moveTo>
                  <a:cubicBezTo>
                    <a:pt x="154" y="140"/>
                    <a:pt x="143" y="144"/>
                    <a:pt x="128" y="144"/>
                  </a:cubicBezTo>
                  <a:cubicBezTo>
                    <a:pt x="127" y="144"/>
                    <a:pt x="127" y="144"/>
                    <a:pt x="126" y="144"/>
                  </a:cubicBezTo>
                  <a:cubicBezTo>
                    <a:pt x="129" y="137"/>
                    <a:pt x="132" y="129"/>
                    <a:pt x="133" y="120"/>
                  </a:cubicBezTo>
                  <a:cubicBezTo>
                    <a:pt x="143" y="114"/>
                    <a:pt x="151" y="108"/>
                    <a:pt x="157" y="101"/>
                  </a:cubicBezTo>
                  <a:cubicBezTo>
                    <a:pt x="163" y="113"/>
                    <a:pt x="164" y="123"/>
                    <a:pt x="159" y="131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874506" y="1968870"/>
            <a:ext cx="1530240" cy="1530240"/>
            <a:chOff x="3169259" y="1985536"/>
            <a:chExt cx="781493" cy="781493"/>
          </a:xfrm>
        </p:grpSpPr>
        <p:sp>
          <p:nvSpPr>
            <p:cNvPr id="9" name="Oval 2"/>
            <p:cNvSpPr/>
            <p:nvPr/>
          </p:nvSpPr>
          <p:spPr>
            <a:xfrm>
              <a:off x="3169259" y="1985536"/>
              <a:ext cx="781493" cy="781493"/>
            </a:xfrm>
            <a:prstGeom prst="ellipse">
              <a:avLst/>
            </a:prstGeom>
            <a:solidFill>
              <a:srgbClr val="84D94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97"/>
            <p:cNvSpPr>
              <a:spLocks noEditPoints="1"/>
            </p:cNvSpPr>
            <p:nvPr/>
          </p:nvSpPr>
          <p:spPr bwMode="auto">
            <a:xfrm>
              <a:off x="3317146" y="2192049"/>
              <a:ext cx="485717" cy="412284"/>
            </a:xfrm>
            <a:custGeom>
              <a:avLst/>
              <a:gdLst>
                <a:gd name="T0" fmla="*/ 212 w 250"/>
                <a:gd name="T1" fmla="*/ 5 h 212"/>
                <a:gd name="T2" fmla="*/ 48 w 250"/>
                <a:gd name="T3" fmla="*/ 0 h 212"/>
                <a:gd name="T4" fmla="*/ 2 w 250"/>
                <a:gd name="T5" fmla="*/ 71 h 212"/>
                <a:gd name="T6" fmla="*/ 94 w 250"/>
                <a:gd name="T7" fmla="*/ 207 h 212"/>
                <a:gd name="T8" fmla="*/ 147 w 250"/>
                <a:gd name="T9" fmla="*/ 212 h 212"/>
                <a:gd name="T10" fmla="*/ 248 w 250"/>
                <a:gd name="T11" fmla="*/ 82 h 212"/>
                <a:gd name="T12" fmla="*/ 230 w 250"/>
                <a:gd name="T13" fmla="*/ 69 h 212"/>
                <a:gd name="T14" fmla="*/ 186 w 250"/>
                <a:gd name="T15" fmla="*/ 69 h 212"/>
                <a:gd name="T16" fmla="*/ 204 w 250"/>
                <a:gd name="T17" fmla="*/ 20 h 212"/>
                <a:gd name="T18" fmla="*/ 230 w 250"/>
                <a:gd name="T19" fmla="*/ 69 h 212"/>
                <a:gd name="T20" fmla="*/ 87 w 250"/>
                <a:gd name="T21" fmla="*/ 69 h 212"/>
                <a:gd name="T22" fmla="*/ 121 w 250"/>
                <a:gd name="T23" fmla="*/ 14 h 212"/>
                <a:gd name="T24" fmla="*/ 127 w 250"/>
                <a:gd name="T25" fmla="*/ 14 h 212"/>
                <a:gd name="T26" fmla="*/ 162 w 250"/>
                <a:gd name="T27" fmla="*/ 69 h 212"/>
                <a:gd name="T28" fmla="*/ 145 w 250"/>
                <a:gd name="T29" fmla="*/ 14 h 212"/>
                <a:gd name="T30" fmla="*/ 190 w 250"/>
                <a:gd name="T31" fmla="*/ 14 h 212"/>
                <a:gd name="T32" fmla="*/ 173 w 250"/>
                <a:gd name="T33" fmla="*/ 60 h 212"/>
                <a:gd name="T34" fmla="*/ 145 w 250"/>
                <a:gd name="T35" fmla="*/ 14 h 212"/>
                <a:gd name="T36" fmla="*/ 59 w 250"/>
                <a:gd name="T37" fmla="*/ 15 h 212"/>
                <a:gd name="T38" fmla="*/ 104 w 250"/>
                <a:gd name="T39" fmla="*/ 14 h 212"/>
                <a:gd name="T40" fmla="*/ 76 w 250"/>
                <a:gd name="T41" fmla="*/ 59 h 212"/>
                <a:gd name="T42" fmla="*/ 166 w 250"/>
                <a:gd name="T43" fmla="*/ 83 h 212"/>
                <a:gd name="T44" fmla="*/ 128 w 250"/>
                <a:gd name="T45" fmla="*/ 198 h 212"/>
                <a:gd name="T46" fmla="*/ 122 w 250"/>
                <a:gd name="T47" fmla="*/ 198 h 212"/>
                <a:gd name="T48" fmla="*/ 83 w 250"/>
                <a:gd name="T49" fmla="*/ 84 h 212"/>
                <a:gd name="T50" fmla="*/ 166 w 250"/>
                <a:gd name="T51" fmla="*/ 83 h 212"/>
                <a:gd name="T52" fmla="*/ 63 w 250"/>
                <a:gd name="T53" fmla="*/ 68 h 212"/>
                <a:gd name="T54" fmla="*/ 20 w 250"/>
                <a:gd name="T55" fmla="*/ 69 h 212"/>
                <a:gd name="T56" fmla="*/ 46 w 250"/>
                <a:gd name="T57" fmla="*/ 21 h 212"/>
                <a:gd name="T58" fmla="*/ 22 w 250"/>
                <a:gd name="T59" fmla="*/ 83 h 212"/>
                <a:gd name="T60" fmla="*/ 68 w 250"/>
                <a:gd name="T61" fmla="*/ 84 h 212"/>
                <a:gd name="T62" fmla="*/ 106 w 250"/>
                <a:gd name="T63" fmla="*/ 198 h 212"/>
                <a:gd name="T64" fmla="*/ 104 w 250"/>
                <a:gd name="T65" fmla="*/ 197 h 212"/>
                <a:gd name="T66" fmla="*/ 22 w 250"/>
                <a:gd name="T67" fmla="*/ 83 h 212"/>
                <a:gd name="T68" fmla="*/ 143 w 250"/>
                <a:gd name="T69" fmla="*/ 198 h 212"/>
                <a:gd name="T70" fmla="*/ 181 w 250"/>
                <a:gd name="T71" fmla="*/ 84 h 212"/>
                <a:gd name="T72" fmla="*/ 229 w 250"/>
                <a:gd name="T73" fmla="*/ 83 h 212"/>
                <a:gd name="T74" fmla="*/ 146 w 250"/>
                <a:gd name="T75" fmla="*/ 19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50" h="212">
                  <a:moveTo>
                    <a:pt x="248" y="71"/>
                  </a:moveTo>
                  <a:cubicBezTo>
                    <a:pt x="212" y="5"/>
                    <a:pt x="212" y="5"/>
                    <a:pt x="212" y="5"/>
                  </a:cubicBezTo>
                  <a:cubicBezTo>
                    <a:pt x="210" y="2"/>
                    <a:pt x="206" y="0"/>
                    <a:pt x="202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5" y="0"/>
                    <a:pt x="41" y="2"/>
                    <a:pt x="39" y="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0" y="74"/>
                    <a:pt x="0" y="79"/>
                    <a:pt x="3" y="82"/>
                  </a:cubicBezTo>
                  <a:cubicBezTo>
                    <a:pt x="94" y="207"/>
                    <a:pt x="94" y="207"/>
                    <a:pt x="94" y="207"/>
                  </a:cubicBezTo>
                  <a:cubicBezTo>
                    <a:pt x="96" y="210"/>
                    <a:pt x="100" y="212"/>
                    <a:pt x="103" y="212"/>
                  </a:cubicBezTo>
                  <a:cubicBezTo>
                    <a:pt x="147" y="212"/>
                    <a:pt x="147" y="212"/>
                    <a:pt x="147" y="212"/>
                  </a:cubicBezTo>
                  <a:cubicBezTo>
                    <a:pt x="151" y="212"/>
                    <a:pt x="154" y="210"/>
                    <a:pt x="157" y="207"/>
                  </a:cubicBezTo>
                  <a:cubicBezTo>
                    <a:pt x="248" y="82"/>
                    <a:pt x="248" y="82"/>
                    <a:pt x="248" y="82"/>
                  </a:cubicBezTo>
                  <a:cubicBezTo>
                    <a:pt x="250" y="79"/>
                    <a:pt x="250" y="74"/>
                    <a:pt x="248" y="71"/>
                  </a:cubicBezTo>
                  <a:close/>
                  <a:moveTo>
                    <a:pt x="230" y="69"/>
                  </a:moveTo>
                  <a:cubicBezTo>
                    <a:pt x="219" y="69"/>
                    <a:pt x="198" y="69"/>
                    <a:pt x="187" y="69"/>
                  </a:cubicBezTo>
                  <a:cubicBezTo>
                    <a:pt x="186" y="69"/>
                    <a:pt x="186" y="69"/>
                    <a:pt x="186" y="69"/>
                  </a:cubicBezTo>
                  <a:cubicBezTo>
                    <a:pt x="203" y="20"/>
                    <a:pt x="203" y="20"/>
                    <a:pt x="203" y="20"/>
                  </a:cubicBezTo>
                  <a:cubicBezTo>
                    <a:pt x="203" y="20"/>
                    <a:pt x="204" y="19"/>
                    <a:pt x="204" y="20"/>
                  </a:cubicBezTo>
                  <a:cubicBezTo>
                    <a:pt x="211" y="32"/>
                    <a:pt x="228" y="63"/>
                    <a:pt x="231" y="68"/>
                  </a:cubicBezTo>
                  <a:cubicBezTo>
                    <a:pt x="231" y="69"/>
                    <a:pt x="231" y="69"/>
                    <a:pt x="230" y="69"/>
                  </a:cubicBezTo>
                  <a:close/>
                  <a:moveTo>
                    <a:pt x="161" y="69"/>
                  </a:moveTo>
                  <a:cubicBezTo>
                    <a:pt x="143" y="69"/>
                    <a:pt x="106" y="69"/>
                    <a:pt x="87" y="69"/>
                  </a:cubicBezTo>
                  <a:cubicBezTo>
                    <a:pt x="86" y="69"/>
                    <a:pt x="86" y="68"/>
                    <a:pt x="86" y="68"/>
                  </a:cubicBezTo>
                  <a:cubicBezTo>
                    <a:pt x="121" y="14"/>
                    <a:pt x="121" y="14"/>
                    <a:pt x="121" y="14"/>
                  </a:cubicBezTo>
                  <a:cubicBezTo>
                    <a:pt x="121" y="14"/>
                    <a:pt x="121" y="14"/>
                    <a:pt x="122" y="14"/>
                  </a:cubicBezTo>
                  <a:cubicBezTo>
                    <a:pt x="123" y="14"/>
                    <a:pt x="126" y="14"/>
                    <a:pt x="127" y="14"/>
                  </a:cubicBezTo>
                  <a:cubicBezTo>
                    <a:pt x="128" y="14"/>
                    <a:pt x="128" y="14"/>
                    <a:pt x="128" y="14"/>
                  </a:cubicBezTo>
                  <a:cubicBezTo>
                    <a:pt x="162" y="69"/>
                    <a:pt x="162" y="69"/>
                    <a:pt x="162" y="69"/>
                  </a:cubicBezTo>
                  <a:cubicBezTo>
                    <a:pt x="162" y="69"/>
                    <a:pt x="163" y="69"/>
                    <a:pt x="161" y="69"/>
                  </a:cubicBezTo>
                  <a:close/>
                  <a:moveTo>
                    <a:pt x="145" y="14"/>
                  </a:moveTo>
                  <a:cubicBezTo>
                    <a:pt x="155" y="14"/>
                    <a:pt x="185" y="14"/>
                    <a:pt x="190" y="14"/>
                  </a:cubicBezTo>
                  <a:cubicBezTo>
                    <a:pt x="190" y="14"/>
                    <a:pt x="190" y="14"/>
                    <a:pt x="190" y="14"/>
                  </a:cubicBezTo>
                  <a:cubicBezTo>
                    <a:pt x="190" y="14"/>
                    <a:pt x="179" y="48"/>
                    <a:pt x="175" y="60"/>
                  </a:cubicBezTo>
                  <a:cubicBezTo>
                    <a:pt x="174" y="61"/>
                    <a:pt x="173" y="60"/>
                    <a:pt x="173" y="60"/>
                  </a:cubicBezTo>
                  <a:cubicBezTo>
                    <a:pt x="144" y="14"/>
                    <a:pt x="144" y="14"/>
                    <a:pt x="144" y="14"/>
                  </a:cubicBezTo>
                  <a:cubicBezTo>
                    <a:pt x="144" y="14"/>
                    <a:pt x="144" y="14"/>
                    <a:pt x="145" y="14"/>
                  </a:cubicBezTo>
                  <a:close/>
                  <a:moveTo>
                    <a:pt x="74" y="59"/>
                  </a:moveTo>
                  <a:cubicBezTo>
                    <a:pt x="71" y="48"/>
                    <a:pt x="59" y="15"/>
                    <a:pt x="59" y="15"/>
                  </a:cubicBezTo>
                  <a:cubicBezTo>
                    <a:pt x="59" y="15"/>
                    <a:pt x="59" y="14"/>
                    <a:pt x="60" y="14"/>
                  </a:cubicBezTo>
                  <a:cubicBezTo>
                    <a:pt x="70" y="14"/>
                    <a:pt x="98" y="14"/>
                    <a:pt x="104" y="14"/>
                  </a:cubicBezTo>
                  <a:cubicBezTo>
                    <a:pt x="105" y="14"/>
                    <a:pt x="104" y="14"/>
                    <a:pt x="104" y="14"/>
                  </a:cubicBezTo>
                  <a:cubicBezTo>
                    <a:pt x="76" y="59"/>
                    <a:pt x="76" y="59"/>
                    <a:pt x="76" y="59"/>
                  </a:cubicBezTo>
                  <a:cubicBezTo>
                    <a:pt x="76" y="59"/>
                    <a:pt x="75" y="60"/>
                    <a:pt x="74" y="59"/>
                  </a:cubicBezTo>
                  <a:close/>
                  <a:moveTo>
                    <a:pt x="166" y="83"/>
                  </a:moveTo>
                  <a:cubicBezTo>
                    <a:pt x="167" y="83"/>
                    <a:pt x="166" y="84"/>
                    <a:pt x="166" y="84"/>
                  </a:cubicBezTo>
                  <a:cubicBezTo>
                    <a:pt x="128" y="198"/>
                    <a:pt x="128" y="198"/>
                    <a:pt x="128" y="198"/>
                  </a:cubicBezTo>
                  <a:cubicBezTo>
                    <a:pt x="128" y="198"/>
                    <a:pt x="127" y="198"/>
                    <a:pt x="127" y="198"/>
                  </a:cubicBezTo>
                  <a:cubicBezTo>
                    <a:pt x="126" y="198"/>
                    <a:pt x="123" y="198"/>
                    <a:pt x="122" y="198"/>
                  </a:cubicBezTo>
                  <a:cubicBezTo>
                    <a:pt x="122" y="198"/>
                    <a:pt x="121" y="198"/>
                    <a:pt x="121" y="198"/>
                  </a:cubicBezTo>
                  <a:cubicBezTo>
                    <a:pt x="83" y="84"/>
                    <a:pt x="83" y="84"/>
                    <a:pt x="83" y="84"/>
                  </a:cubicBezTo>
                  <a:cubicBezTo>
                    <a:pt x="83" y="84"/>
                    <a:pt x="83" y="83"/>
                    <a:pt x="83" y="83"/>
                  </a:cubicBezTo>
                  <a:cubicBezTo>
                    <a:pt x="104" y="83"/>
                    <a:pt x="145" y="83"/>
                    <a:pt x="166" y="83"/>
                  </a:cubicBezTo>
                  <a:close/>
                  <a:moveTo>
                    <a:pt x="47" y="21"/>
                  </a:moveTo>
                  <a:cubicBezTo>
                    <a:pt x="51" y="32"/>
                    <a:pt x="61" y="63"/>
                    <a:pt x="63" y="68"/>
                  </a:cubicBezTo>
                  <a:cubicBezTo>
                    <a:pt x="63" y="69"/>
                    <a:pt x="63" y="69"/>
                    <a:pt x="62" y="69"/>
                  </a:cubicBezTo>
                  <a:cubicBezTo>
                    <a:pt x="52" y="69"/>
                    <a:pt x="31" y="69"/>
                    <a:pt x="20" y="69"/>
                  </a:cubicBezTo>
                  <a:cubicBezTo>
                    <a:pt x="19" y="69"/>
                    <a:pt x="20" y="68"/>
                    <a:pt x="20" y="68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1"/>
                    <a:pt x="46" y="20"/>
                    <a:pt x="47" y="21"/>
                  </a:cubicBezTo>
                  <a:close/>
                  <a:moveTo>
                    <a:pt x="22" y="83"/>
                  </a:moveTo>
                  <a:cubicBezTo>
                    <a:pt x="33" y="83"/>
                    <a:pt x="56" y="83"/>
                    <a:pt x="67" y="83"/>
                  </a:cubicBezTo>
                  <a:cubicBezTo>
                    <a:pt x="68" y="83"/>
                    <a:pt x="68" y="84"/>
                    <a:pt x="68" y="84"/>
                  </a:cubicBezTo>
                  <a:cubicBezTo>
                    <a:pt x="107" y="197"/>
                    <a:pt x="107" y="197"/>
                    <a:pt x="107" y="197"/>
                  </a:cubicBezTo>
                  <a:cubicBezTo>
                    <a:pt x="107" y="197"/>
                    <a:pt x="107" y="198"/>
                    <a:pt x="106" y="198"/>
                  </a:cubicBezTo>
                  <a:cubicBezTo>
                    <a:pt x="106" y="198"/>
                    <a:pt x="105" y="198"/>
                    <a:pt x="105" y="198"/>
                  </a:cubicBezTo>
                  <a:cubicBezTo>
                    <a:pt x="105" y="198"/>
                    <a:pt x="104" y="197"/>
                    <a:pt x="104" y="197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21" y="84"/>
                    <a:pt x="21" y="83"/>
                    <a:pt x="22" y="83"/>
                  </a:cubicBezTo>
                  <a:close/>
                  <a:moveTo>
                    <a:pt x="146" y="198"/>
                  </a:moveTo>
                  <a:cubicBezTo>
                    <a:pt x="145" y="198"/>
                    <a:pt x="143" y="198"/>
                    <a:pt x="143" y="198"/>
                  </a:cubicBezTo>
                  <a:cubicBezTo>
                    <a:pt x="142" y="198"/>
                    <a:pt x="142" y="198"/>
                    <a:pt x="142" y="198"/>
                  </a:cubicBezTo>
                  <a:cubicBezTo>
                    <a:pt x="181" y="84"/>
                    <a:pt x="181" y="84"/>
                    <a:pt x="181" y="84"/>
                  </a:cubicBezTo>
                  <a:cubicBezTo>
                    <a:pt x="181" y="84"/>
                    <a:pt x="181" y="83"/>
                    <a:pt x="182" y="83"/>
                  </a:cubicBezTo>
                  <a:cubicBezTo>
                    <a:pt x="194" y="83"/>
                    <a:pt x="217" y="83"/>
                    <a:pt x="229" y="83"/>
                  </a:cubicBezTo>
                  <a:cubicBezTo>
                    <a:pt x="230" y="83"/>
                    <a:pt x="229" y="84"/>
                    <a:pt x="229" y="84"/>
                  </a:cubicBezTo>
                  <a:cubicBezTo>
                    <a:pt x="146" y="198"/>
                    <a:pt x="146" y="198"/>
                    <a:pt x="146" y="198"/>
                  </a:cubicBezTo>
                  <a:cubicBezTo>
                    <a:pt x="146" y="198"/>
                    <a:pt x="146" y="198"/>
                    <a:pt x="146" y="19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82221" y="1968870"/>
            <a:ext cx="1530240" cy="1530240"/>
            <a:chOff x="1239809" y="3893638"/>
            <a:chExt cx="781493" cy="781493"/>
          </a:xfrm>
        </p:grpSpPr>
        <p:sp>
          <p:nvSpPr>
            <p:cNvPr id="12" name="Oval 30"/>
            <p:cNvSpPr/>
            <p:nvPr/>
          </p:nvSpPr>
          <p:spPr>
            <a:xfrm>
              <a:off x="1239809" y="3893638"/>
              <a:ext cx="781493" cy="781493"/>
            </a:xfrm>
            <a:prstGeom prst="ellipse">
              <a:avLst/>
            </a:prstGeom>
            <a:solidFill>
              <a:srgbClr val="4DEAF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17"/>
            <p:cNvSpPr>
              <a:spLocks noEditPoints="1"/>
            </p:cNvSpPr>
            <p:nvPr/>
          </p:nvSpPr>
          <p:spPr bwMode="auto">
            <a:xfrm>
              <a:off x="1471943" y="4054974"/>
              <a:ext cx="317224" cy="458818"/>
            </a:xfrm>
            <a:custGeom>
              <a:avLst/>
              <a:gdLst>
                <a:gd name="T0" fmla="*/ 197 w 213"/>
                <a:gd name="T1" fmla="*/ 225 h 308"/>
                <a:gd name="T2" fmla="*/ 179 w 213"/>
                <a:gd name="T3" fmla="*/ 308 h 308"/>
                <a:gd name="T4" fmla="*/ 107 w 213"/>
                <a:gd name="T5" fmla="*/ 285 h 308"/>
                <a:gd name="T6" fmla="*/ 34 w 213"/>
                <a:gd name="T7" fmla="*/ 308 h 308"/>
                <a:gd name="T8" fmla="*/ 16 w 213"/>
                <a:gd name="T9" fmla="*/ 225 h 308"/>
                <a:gd name="T10" fmla="*/ 14 w 213"/>
                <a:gd name="T11" fmla="*/ 177 h 308"/>
                <a:gd name="T12" fmla="*/ 107 w 213"/>
                <a:gd name="T13" fmla="*/ 67 h 308"/>
                <a:gd name="T14" fmla="*/ 199 w 213"/>
                <a:gd name="T15" fmla="*/ 177 h 308"/>
                <a:gd name="T16" fmla="*/ 134 w 213"/>
                <a:gd name="T17" fmla="*/ 38 h 308"/>
                <a:gd name="T18" fmla="*/ 61 w 213"/>
                <a:gd name="T19" fmla="*/ 0 h 308"/>
                <a:gd name="T20" fmla="*/ 134 w 213"/>
                <a:gd name="T21" fmla="*/ 38 h 308"/>
                <a:gd name="T22" fmla="*/ 100 w 213"/>
                <a:gd name="T23" fmla="*/ 112 h 308"/>
                <a:gd name="T24" fmla="*/ 57 w 213"/>
                <a:gd name="T25" fmla="*/ 149 h 308"/>
                <a:gd name="T26" fmla="*/ 100 w 213"/>
                <a:gd name="T27" fmla="*/ 186 h 308"/>
                <a:gd name="T28" fmla="*/ 86 w 213"/>
                <a:gd name="T29" fmla="*/ 195 h 308"/>
                <a:gd name="T30" fmla="*/ 68 w 213"/>
                <a:gd name="T31" fmla="*/ 225 h 308"/>
                <a:gd name="T32" fmla="*/ 100 w 213"/>
                <a:gd name="T33" fmla="*/ 252 h 308"/>
                <a:gd name="T34" fmla="*/ 113 w 213"/>
                <a:gd name="T35" fmla="*/ 235 h 308"/>
                <a:gd name="T36" fmla="*/ 145 w 213"/>
                <a:gd name="T37" fmla="*/ 172 h 308"/>
                <a:gd name="T38" fmla="*/ 113 w 213"/>
                <a:gd name="T39" fmla="*/ 135 h 308"/>
                <a:gd name="T40" fmla="*/ 127 w 213"/>
                <a:gd name="T41" fmla="*/ 148 h 308"/>
                <a:gd name="T42" fmla="*/ 143 w 213"/>
                <a:gd name="T43" fmla="*/ 121 h 308"/>
                <a:gd name="T44" fmla="*/ 113 w 213"/>
                <a:gd name="T45" fmla="*/ 101 h 308"/>
                <a:gd name="T46" fmla="*/ 142 w 213"/>
                <a:gd name="T47" fmla="*/ 50 h 308"/>
                <a:gd name="T48" fmla="*/ 144 w 213"/>
                <a:gd name="T49" fmla="*/ 68 h 308"/>
                <a:gd name="T50" fmla="*/ 70 w 213"/>
                <a:gd name="T51" fmla="*/ 68 h 308"/>
                <a:gd name="T52" fmla="*/ 72 w 213"/>
                <a:gd name="T53" fmla="*/ 50 h 308"/>
                <a:gd name="T54" fmla="*/ 131 w 213"/>
                <a:gd name="T55" fmla="*/ 46 h 308"/>
                <a:gd name="T56" fmla="*/ 100 w 213"/>
                <a:gd name="T57" fmla="*/ 135 h 308"/>
                <a:gd name="T58" fmla="*/ 91 w 213"/>
                <a:gd name="T59" fmla="*/ 152 h 308"/>
                <a:gd name="T60" fmla="*/ 91 w 213"/>
                <a:gd name="T61" fmla="*/ 137 h 308"/>
                <a:gd name="T62" fmla="*/ 128 w 213"/>
                <a:gd name="T63" fmla="*/ 202 h 308"/>
                <a:gd name="T64" fmla="*/ 113 w 213"/>
                <a:gd name="T65" fmla="*/ 213 h 308"/>
                <a:gd name="T66" fmla="*/ 128 w 213"/>
                <a:gd name="T67" fmla="*/ 202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13" h="308">
                  <a:moveTo>
                    <a:pt x="198" y="196"/>
                  </a:moveTo>
                  <a:cubicBezTo>
                    <a:pt x="197" y="225"/>
                    <a:pt x="197" y="225"/>
                    <a:pt x="197" y="225"/>
                  </a:cubicBezTo>
                  <a:cubicBezTo>
                    <a:pt x="198" y="246"/>
                    <a:pt x="204" y="260"/>
                    <a:pt x="213" y="268"/>
                  </a:cubicBezTo>
                  <a:cubicBezTo>
                    <a:pt x="179" y="308"/>
                    <a:pt x="179" y="308"/>
                    <a:pt x="179" y="308"/>
                  </a:cubicBezTo>
                  <a:cubicBezTo>
                    <a:pt x="176" y="304"/>
                    <a:pt x="172" y="300"/>
                    <a:pt x="164" y="297"/>
                  </a:cubicBezTo>
                  <a:cubicBezTo>
                    <a:pt x="150" y="289"/>
                    <a:pt x="130" y="285"/>
                    <a:pt x="107" y="285"/>
                  </a:cubicBezTo>
                  <a:cubicBezTo>
                    <a:pt x="83" y="285"/>
                    <a:pt x="64" y="289"/>
                    <a:pt x="49" y="297"/>
                  </a:cubicBezTo>
                  <a:cubicBezTo>
                    <a:pt x="42" y="300"/>
                    <a:pt x="37" y="304"/>
                    <a:pt x="34" y="308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10" y="260"/>
                    <a:pt x="15" y="246"/>
                    <a:pt x="16" y="225"/>
                  </a:cubicBezTo>
                  <a:cubicBezTo>
                    <a:pt x="15" y="196"/>
                    <a:pt x="15" y="196"/>
                    <a:pt x="15" y="196"/>
                  </a:cubicBezTo>
                  <a:cubicBezTo>
                    <a:pt x="14" y="190"/>
                    <a:pt x="14" y="184"/>
                    <a:pt x="14" y="177"/>
                  </a:cubicBezTo>
                  <a:cubicBezTo>
                    <a:pt x="14" y="145"/>
                    <a:pt x="23" y="118"/>
                    <a:pt x="41" y="98"/>
                  </a:cubicBezTo>
                  <a:cubicBezTo>
                    <a:pt x="59" y="77"/>
                    <a:pt x="80" y="67"/>
                    <a:pt x="107" y="67"/>
                  </a:cubicBezTo>
                  <a:cubicBezTo>
                    <a:pt x="133" y="67"/>
                    <a:pt x="155" y="77"/>
                    <a:pt x="172" y="98"/>
                  </a:cubicBezTo>
                  <a:cubicBezTo>
                    <a:pt x="190" y="118"/>
                    <a:pt x="199" y="145"/>
                    <a:pt x="199" y="177"/>
                  </a:cubicBezTo>
                  <a:cubicBezTo>
                    <a:pt x="199" y="184"/>
                    <a:pt x="199" y="190"/>
                    <a:pt x="198" y="196"/>
                  </a:cubicBezTo>
                  <a:close/>
                  <a:moveTo>
                    <a:pt x="134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34" y="38"/>
                    <a:pt x="134" y="38"/>
                    <a:pt x="134" y="38"/>
                  </a:cubicBezTo>
                  <a:close/>
                  <a:moveTo>
                    <a:pt x="100" y="101"/>
                  </a:moveTo>
                  <a:cubicBezTo>
                    <a:pt x="100" y="112"/>
                    <a:pt x="100" y="112"/>
                    <a:pt x="100" y="112"/>
                  </a:cubicBezTo>
                  <a:cubicBezTo>
                    <a:pt x="87" y="114"/>
                    <a:pt x="77" y="117"/>
                    <a:pt x="70" y="122"/>
                  </a:cubicBezTo>
                  <a:cubicBezTo>
                    <a:pt x="62" y="128"/>
                    <a:pt x="57" y="137"/>
                    <a:pt x="57" y="149"/>
                  </a:cubicBezTo>
                  <a:cubicBezTo>
                    <a:pt x="57" y="160"/>
                    <a:pt x="61" y="168"/>
                    <a:pt x="70" y="174"/>
                  </a:cubicBezTo>
                  <a:cubicBezTo>
                    <a:pt x="75" y="178"/>
                    <a:pt x="85" y="182"/>
                    <a:pt x="100" y="186"/>
                  </a:cubicBezTo>
                  <a:cubicBezTo>
                    <a:pt x="100" y="212"/>
                    <a:pt x="100" y="212"/>
                    <a:pt x="100" y="212"/>
                  </a:cubicBezTo>
                  <a:cubicBezTo>
                    <a:pt x="90" y="211"/>
                    <a:pt x="86" y="205"/>
                    <a:pt x="86" y="195"/>
                  </a:cubicBezTo>
                  <a:cubicBezTo>
                    <a:pt x="55" y="195"/>
                    <a:pt x="55" y="195"/>
                    <a:pt x="55" y="195"/>
                  </a:cubicBezTo>
                  <a:cubicBezTo>
                    <a:pt x="55" y="207"/>
                    <a:pt x="59" y="217"/>
                    <a:pt x="68" y="225"/>
                  </a:cubicBezTo>
                  <a:cubicBezTo>
                    <a:pt x="76" y="231"/>
                    <a:pt x="87" y="235"/>
                    <a:pt x="100" y="235"/>
                  </a:cubicBezTo>
                  <a:cubicBezTo>
                    <a:pt x="100" y="252"/>
                    <a:pt x="100" y="252"/>
                    <a:pt x="100" y="252"/>
                  </a:cubicBezTo>
                  <a:cubicBezTo>
                    <a:pt x="113" y="252"/>
                    <a:pt x="113" y="252"/>
                    <a:pt x="113" y="252"/>
                  </a:cubicBezTo>
                  <a:cubicBezTo>
                    <a:pt x="113" y="235"/>
                    <a:pt x="113" y="235"/>
                    <a:pt x="113" y="235"/>
                  </a:cubicBezTo>
                  <a:cubicBezTo>
                    <a:pt x="143" y="234"/>
                    <a:pt x="158" y="221"/>
                    <a:pt x="158" y="197"/>
                  </a:cubicBezTo>
                  <a:cubicBezTo>
                    <a:pt x="158" y="187"/>
                    <a:pt x="154" y="178"/>
                    <a:pt x="145" y="172"/>
                  </a:cubicBezTo>
                  <a:cubicBezTo>
                    <a:pt x="139" y="167"/>
                    <a:pt x="128" y="162"/>
                    <a:pt x="113" y="159"/>
                  </a:cubicBezTo>
                  <a:cubicBezTo>
                    <a:pt x="113" y="135"/>
                    <a:pt x="113" y="135"/>
                    <a:pt x="113" y="135"/>
                  </a:cubicBezTo>
                  <a:cubicBezTo>
                    <a:pt x="118" y="135"/>
                    <a:pt x="121" y="136"/>
                    <a:pt x="123" y="139"/>
                  </a:cubicBezTo>
                  <a:cubicBezTo>
                    <a:pt x="126" y="141"/>
                    <a:pt x="127" y="144"/>
                    <a:pt x="127" y="148"/>
                  </a:cubicBezTo>
                  <a:cubicBezTo>
                    <a:pt x="157" y="148"/>
                    <a:pt x="157" y="148"/>
                    <a:pt x="157" y="148"/>
                  </a:cubicBezTo>
                  <a:cubicBezTo>
                    <a:pt x="157" y="136"/>
                    <a:pt x="152" y="127"/>
                    <a:pt x="143" y="121"/>
                  </a:cubicBezTo>
                  <a:cubicBezTo>
                    <a:pt x="136" y="116"/>
                    <a:pt x="126" y="113"/>
                    <a:pt x="113" y="112"/>
                  </a:cubicBezTo>
                  <a:cubicBezTo>
                    <a:pt x="113" y="101"/>
                    <a:pt x="113" y="101"/>
                    <a:pt x="113" y="101"/>
                  </a:cubicBezTo>
                  <a:cubicBezTo>
                    <a:pt x="100" y="101"/>
                    <a:pt x="100" y="101"/>
                    <a:pt x="100" y="101"/>
                  </a:cubicBezTo>
                  <a:close/>
                  <a:moveTo>
                    <a:pt x="142" y="50"/>
                  </a:moveTo>
                  <a:cubicBezTo>
                    <a:pt x="144" y="53"/>
                    <a:pt x="146" y="56"/>
                    <a:pt x="146" y="60"/>
                  </a:cubicBezTo>
                  <a:cubicBezTo>
                    <a:pt x="146" y="63"/>
                    <a:pt x="145" y="66"/>
                    <a:pt x="144" y="68"/>
                  </a:cubicBezTo>
                  <a:cubicBezTo>
                    <a:pt x="132" y="61"/>
                    <a:pt x="120" y="58"/>
                    <a:pt x="107" y="58"/>
                  </a:cubicBezTo>
                  <a:cubicBezTo>
                    <a:pt x="93" y="58"/>
                    <a:pt x="81" y="61"/>
                    <a:pt x="70" y="68"/>
                  </a:cubicBezTo>
                  <a:cubicBezTo>
                    <a:pt x="68" y="66"/>
                    <a:pt x="67" y="63"/>
                    <a:pt x="67" y="60"/>
                  </a:cubicBezTo>
                  <a:cubicBezTo>
                    <a:pt x="67" y="56"/>
                    <a:pt x="69" y="53"/>
                    <a:pt x="72" y="50"/>
                  </a:cubicBezTo>
                  <a:cubicBezTo>
                    <a:pt x="74" y="47"/>
                    <a:pt x="78" y="46"/>
                    <a:pt x="82" y="46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5" y="46"/>
                    <a:pt x="139" y="47"/>
                    <a:pt x="142" y="50"/>
                  </a:cubicBezTo>
                  <a:close/>
                  <a:moveTo>
                    <a:pt x="100" y="135"/>
                  </a:moveTo>
                  <a:cubicBezTo>
                    <a:pt x="100" y="156"/>
                    <a:pt x="100" y="156"/>
                    <a:pt x="100" y="156"/>
                  </a:cubicBezTo>
                  <a:cubicBezTo>
                    <a:pt x="91" y="152"/>
                    <a:pt x="91" y="152"/>
                    <a:pt x="91" y="152"/>
                  </a:cubicBezTo>
                  <a:cubicBezTo>
                    <a:pt x="88" y="150"/>
                    <a:pt x="87" y="148"/>
                    <a:pt x="87" y="144"/>
                  </a:cubicBezTo>
                  <a:cubicBezTo>
                    <a:pt x="87" y="141"/>
                    <a:pt x="88" y="139"/>
                    <a:pt x="91" y="137"/>
                  </a:cubicBezTo>
                  <a:cubicBezTo>
                    <a:pt x="93" y="136"/>
                    <a:pt x="96" y="135"/>
                    <a:pt x="100" y="135"/>
                  </a:cubicBezTo>
                  <a:close/>
                  <a:moveTo>
                    <a:pt x="128" y="202"/>
                  </a:moveTo>
                  <a:cubicBezTo>
                    <a:pt x="128" y="206"/>
                    <a:pt x="126" y="208"/>
                    <a:pt x="123" y="210"/>
                  </a:cubicBezTo>
                  <a:cubicBezTo>
                    <a:pt x="121" y="212"/>
                    <a:pt x="117" y="213"/>
                    <a:pt x="113" y="213"/>
                  </a:cubicBezTo>
                  <a:cubicBezTo>
                    <a:pt x="113" y="189"/>
                    <a:pt x="113" y="189"/>
                    <a:pt x="113" y="189"/>
                  </a:cubicBezTo>
                  <a:cubicBezTo>
                    <a:pt x="123" y="191"/>
                    <a:pt x="128" y="196"/>
                    <a:pt x="128" y="2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9749640" y="1968870"/>
            <a:ext cx="1530240" cy="1530240"/>
            <a:chOff x="3241250" y="3812386"/>
            <a:chExt cx="781493" cy="781493"/>
          </a:xfrm>
        </p:grpSpPr>
        <p:sp>
          <p:nvSpPr>
            <p:cNvPr id="15" name="Oval 40"/>
            <p:cNvSpPr/>
            <p:nvPr/>
          </p:nvSpPr>
          <p:spPr>
            <a:xfrm>
              <a:off x="3241250" y="3812386"/>
              <a:ext cx="781493" cy="781493"/>
            </a:xfrm>
            <a:prstGeom prst="ellipse">
              <a:avLst/>
            </a:prstGeom>
            <a:solidFill>
              <a:srgbClr val="4DEAF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16"/>
            <p:cNvSpPr>
              <a:spLocks noEditPoints="1"/>
            </p:cNvSpPr>
            <p:nvPr/>
          </p:nvSpPr>
          <p:spPr bwMode="auto">
            <a:xfrm>
              <a:off x="3457054" y="4010893"/>
              <a:ext cx="361950" cy="384478"/>
            </a:xfrm>
            <a:custGeom>
              <a:avLst/>
              <a:gdLst>
                <a:gd name="T0" fmla="*/ 219 w 220"/>
                <a:gd name="T1" fmla="*/ 132 h 234"/>
                <a:gd name="T2" fmla="*/ 181 w 220"/>
                <a:gd name="T3" fmla="*/ 206 h 234"/>
                <a:gd name="T4" fmla="*/ 102 w 220"/>
                <a:gd name="T5" fmla="*/ 232 h 234"/>
                <a:gd name="T6" fmla="*/ 28 w 220"/>
                <a:gd name="T7" fmla="*/ 195 h 234"/>
                <a:gd name="T8" fmla="*/ 2 w 220"/>
                <a:gd name="T9" fmla="*/ 116 h 234"/>
                <a:gd name="T10" fmla="*/ 19 w 220"/>
                <a:gd name="T11" fmla="*/ 65 h 234"/>
                <a:gd name="T12" fmla="*/ 109 w 220"/>
                <a:gd name="T13" fmla="*/ 129 h 234"/>
                <a:gd name="T14" fmla="*/ 219 w 220"/>
                <a:gd name="T15" fmla="*/ 114 h 234"/>
                <a:gd name="T16" fmla="*/ 219 w 220"/>
                <a:gd name="T17" fmla="*/ 132 h 234"/>
                <a:gd name="T18" fmla="*/ 218 w 220"/>
                <a:gd name="T19" fmla="*/ 104 h 234"/>
                <a:gd name="T20" fmla="*/ 115 w 220"/>
                <a:gd name="T21" fmla="*/ 118 h 234"/>
                <a:gd name="T22" fmla="*/ 101 w 220"/>
                <a:gd name="T23" fmla="*/ 15 h 234"/>
                <a:gd name="T24" fmla="*/ 119 w 220"/>
                <a:gd name="T25" fmla="*/ 15 h 234"/>
                <a:gd name="T26" fmla="*/ 184 w 220"/>
                <a:gd name="T27" fmla="*/ 43 h 234"/>
                <a:gd name="T28" fmla="*/ 218 w 220"/>
                <a:gd name="T29" fmla="*/ 104 h 234"/>
                <a:gd name="T30" fmla="*/ 82 w 220"/>
                <a:gd name="T31" fmla="*/ 0 h 234"/>
                <a:gd name="T32" fmla="*/ 95 w 220"/>
                <a:gd name="T33" fmla="*/ 96 h 234"/>
                <a:gd name="T34" fmla="*/ 15 w 220"/>
                <a:gd name="T35" fmla="*/ 40 h 234"/>
                <a:gd name="T36" fmla="*/ 82 w 220"/>
                <a:gd name="T37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0" h="234">
                  <a:moveTo>
                    <a:pt x="219" y="132"/>
                  </a:moveTo>
                  <a:cubicBezTo>
                    <a:pt x="217" y="162"/>
                    <a:pt x="204" y="187"/>
                    <a:pt x="181" y="206"/>
                  </a:cubicBezTo>
                  <a:cubicBezTo>
                    <a:pt x="159" y="226"/>
                    <a:pt x="132" y="234"/>
                    <a:pt x="102" y="232"/>
                  </a:cubicBezTo>
                  <a:cubicBezTo>
                    <a:pt x="72" y="230"/>
                    <a:pt x="48" y="218"/>
                    <a:pt x="28" y="195"/>
                  </a:cubicBezTo>
                  <a:cubicBezTo>
                    <a:pt x="9" y="172"/>
                    <a:pt x="0" y="146"/>
                    <a:pt x="2" y="116"/>
                  </a:cubicBezTo>
                  <a:cubicBezTo>
                    <a:pt x="3" y="98"/>
                    <a:pt x="9" y="81"/>
                    <a:pt x="19" y="65"/>
                  </a:cubicBezTo>
                  <a:cubicBezTo>
                    <a:pt x="109" y="129"/>
                    <a:pt x="109" y="129"/>
                    <a:pt x="109" y="129"/>
                  </a:cubicBezTo>
                  <a:cubicBezTo>
                    <a:pt x="219" y="114"/>
                    <a:pt x="219" y="114"/>
                    <a:pt x="219" y="114"/>
                  </a:cubicBezTo>
                  <a:cubicBezTo>
                    <a:pt x="219" y="119"/>
                    <a:pt x="220" y="125"/>
                    <a:pt x="219" y="132"/>
                  </a:cubicBezTo>
                  <a:close/>
                  <a:moveTo>
                    <a:pt x="218" y="104"/>
                  </a:moveTo>
                  <a:cubicBezTo>
                    <a:pt x="115" y="118"/>
                    <a:pt x="115" y="118"/>
                    <a:pt x="115" y="118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7" y="15"/>
                    <a:pt x="113" y="15"/>
                    <a:pt x="119" y="15"/>
                  </a:cubicBezTo>
                  <a:cubicBezTo>
                    <a:pt x="144" y="17"/>
                    <a:pt x="165" y="27"/>
                    <a:pt x="184" y="43"/>
                  </a:cubicBezTo>
                  <a:cubicBezTo>
                    <a:pt x="202" y="60"/>
                    <a:pt x="213" y="80"/>
                    <a:pt x="218" y="104"/>
                  </a:cubicBezTo>
                  <a:close/>
                  <a:moveTo>
                    <a:pt x="82" y="0"/>
                  </a:moveTo>
                  <a:cubicBezTo>
                    <a:pt x="95" y="96"/>
                    <a:pt x="95" y="96"/>
                    <a:pt x="95" y="96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32" y="18"/>
                    <a:pt x="55" y="5"/>
                    <a:pt x="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334749" y="1704109"/>
            <a:ext cx="2812472" cy="414250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238280" y="1704108"/>
            <a:ext cx="2812472" cy="414250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155664" y="1704108"/>
            <a:ext cx="2812472" cy="414250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9059193" y="1704107"/>
            <a:ext cx="2812472" cy="414250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351472" y="3697500"/>
            <a:ext cx="7104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Light Condensed" panose="020B0502040204020203" pitchFamily="34" charset="0"/>
                <a:ea typeface="微软雅黑 Light" panose="020B0502040204020203" pitchFamily="34" charset="-122"/>
              </a:rPr>
              <a:t>01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Bahnschrift SemiLight Condensed" panose="020B0502040204020203" pitchFamily="34" charset="0"/>
              <a:ea typeface="微软雅黑 Light" panose="020B0502040204020203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529414" y="4713163"/>
            <a:ext cx="2354566" cy="905170"/>
            <a:chOff x="1331170" y="4779449"/>
            <a:chExt cx="2354566" cy="905170"/>
          </a:xfrm>
        </p:grpSpPr>
        <p:sp>
          <p:nvSpPr>
            <p:cNvPr id="23" name="文本框 22"/>
            <p:cNvSpPr txBox="1"/>
            <p:nvPr/>
          </p:nvSpPr>
          <p:spPr>
            <a:xfrm>
              <a:off x="1615155" y="4779449"/>
              <a:ext cx="17865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endParaRPr lang="en-US" altLang="zh-CN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31170" y="5060024"/>
              <a:ext cx="2354566" cy="624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详细内容点击输栏的具体文字，简明扼要的说明分项内容，此为概念详细图解内容</a:t>
              </a:r>
              <a:endParaRPr lang="en-US" altLang="zh-CN" sz="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4359913" y="3688933"/>
            <a:ext cx="81144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Light Condensed" panose="020B0502040204020203" pitchFamily="34" charset="0"/>
                <a:ea typeface="微软雅黑 Light" panose="020B0502040204020203" pitchFamily="34" charset="-122"/>
              </a:rPr>
              <a:t>02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Bahnschrift SemiLight Condensed" panose="020B0502040204020203" pitchFamily="34" charset="0"/>
              <a:ea typeface="微软雅黑 Light" panose="020B0502040204020203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537855" y="4704596"/>
            <a:ext cx="2354566" cy="905170"/>
            <a:chOff x="1331170" y="4779449"/>
            <a:chExt cx="2354566" cy="905170"/>
          </a:xfrm>
        </p:grpSpPr>
        <p:sp>
          <p:nvSpPr>
            <p:cNvPr id="28" name="文本框 27"/>
            <p:cNvSpPr txBox="1"/>
            <p:nvPr/>
          </p:nvSpPr>
          <p:spPr>
            <a:xfrm>
              <a:off x="1615155" y="4779449"/>
              <a:ext cx="17865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endParaRPr lang="en-US" altLang="zh-CN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1331170" y="5060024"/>
              <a:ext cx="2354566" cy="624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详细内容点击输栏的具体文字，简明扼要的说明分项内容，此为概念详细图解内容</a:t>
              </a:r>
              <a:endParaRPr lang="en-US" altLang="zh-CN" sz="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7219226" y="3675165"/>
            <a:ext cx="8098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Light Condensed" panose="020B0502040204020203" pitchFamily="34" charset="0"/>
                <a:ea typeface="微软雅黑 Light" panose="020B0502040204020203" pitchFamily="34" charset="-122"/>
              </a:rPr>
              <a:t>03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Bahnschrift SemiLight Condensed" panose="020B0502040204020203" pitchFamily="34" charset="0"/>
              <a:ea typeface="微软雅黑 Light" panose="020B0502040204020203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397168" y="4704683"/>
            <a:ext cx="2354566" cy="905170"/>
            <a:chOff x="1331170" y="4779449"/>
            <a:chExt cx="2354566" cy="905170"/>
          </a:xfrm>
        </p:grpSpPr>
        <p:sp>
          <p:nvSpPr>
            <p:cNvPr id="32" name="文本框 31"/>
            <p:cNvSpPr txBox="1"/>
            <p:nvPr/>
          </p:nvSpPr>
          <p:spPr>
            <a:xfrm>
              <a:off x="1615155" y="4779449"/>
              <a:ext cx="17865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endParaRPr lang="en-US" altLang="zh-CN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331170" y="5060024"/>
              <a:ext cx="2354566" cy="624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详细内容点击输栏的具体文字，简明扼要的说明分项内容，此为概念详细图解内容</a:t>
              </a:r>
              <a:endParaRPr lang="en-US" altLang="zh-CN" sz="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10102974" y="3666598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Light Condensed" panose="020B0502040204020203" pitchFamily="34" charset="0"/>
                <a:ea typeface="微软雅黑 Light" panose="020B0502040204020203" pitchFamily="34" charset="-122"/>
              </a:rPr>
              <a:t>04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Bahnschrift SemiLight Condensed" panose="020B0502040204020203" pitchFamily="34" charset="0"/>
              <a:ea typeface="微软雅黑 Light" panose="020B0502040204020203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9280916" y="4696116"/>
            <a:ext cx="2354566" cy="905170"/>
            <a:chOff x="1331170" y="4779449"/>
            <a:chExt cx="2354566" cy="905170"/>
          </a:xfrm>
        </p:grpSpPr>
        <p:sp>
          <p:nvSpPr>
            <p:cNvPr id="37" name="文本框 36"/>
            <p:cNvSpPr txBox="1"/>
            <p:nvPr/>
          </p:nvSpPr>
          <p:spPr>
            <a:xfrm>
              <a:off x="1615155" y="4779449"/>
              <a:ext cx="17865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endParaRPr lang="en-US" altLang="zh-CN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331170" y="5060024"/>
              <a:ext cx="2354566" cy="624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详细内容点击输栏的具体文字，简明扼要的说明分项内容，此为概念详细图解内容</a:t>
              </a:r>
              <a:endParaRPr lang="en-US" altLang="zh-CN" sz="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/>
          <p:cNvSpPr/>
          <p:nvPr/>
        </p:nvSpPr>
        <p:spPr>
          <a:xfrm rot="20723155">
            <a:off x="5442179" y="-945177"/>
            <a:ext cx="3499703" cy="3499703"/>
          </a:xfrm>
          <a:prstGeom prst="roundRect">
            <a:avLst>
              <a:gd name="adj" fmla="val 9713"/>
            </a:avLst>
          </a:prstGeom>
          <a:solidFill>
            <a:srgbClr val="74C7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41274" y="3268283"/>
            <a:ext cx="4269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dirty="0">
                <a:solidFill>
                  <a:srgbClr val="84D9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5140" y="4071392"/>
            <a:ext cx="4858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总结计划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实习报告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工作汇报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76545" y="4797192"/>
            <a:ext cx="1307258" cy="307777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</a:rPr>
              <a:t>稻壳儿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412974" y="4790278"/>
            <a:ext cx="1307258" cy="307777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</a:rPr>
              <a:t>部门：销售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0271" y="5152591"/>
            <a:ext cx="5113342" cy="489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Please enter your detailed text here, the content should be concise and clear, concise and concise do not need too much text modification and expression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。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字魂57号-创细黑" panose="00000500000000000000" pitchFamily="2" charset="-122"/>
              <a:ea typeface="字魂57号-创细黑" panose="00000500000000000000" pitchFamily="2" charset="-122"/>
            </a:endParaRPr>
          </a:p>
        </p:txBody>
      </p:sp>
      <p:sp>
        <p:nvSpPr>
          <p:cNvPr id="2" name="矩形: 圆角 1"/>
          <p:cNvSpPr/>
          <p:nvPr/>
        </p:nvSpPr>
        <p:spPr>
          <a:xfrm rot="495382">
            <a:off x="7486265" y="-524202"/>
            <a:ext cx="5277101" cy="5277101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8796900" y="3531143"/>
            <a:ext cx="4055237" cy="4055237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 rot="495382" flipV="1">
            <a:off x="-381830" y="-419774"/>
            <a:ext cx="1274336" cy="1274336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619861" y="-140147"/>
            <a:ext cx="715080" cy="715080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27986" y="231073"/>
            <a:ext cx="191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岗位述职报告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662543"/>
            <a:ext cx="2978726" cy="2175164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075709" y="1662543"/>
            <a:ext cx="2978726" cy="2175164"/>
          </a:xfrm>
          <a:prstGeom prst="rect">
            <a:avLst/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146869" y="1662543"/>
            <a:ext cx="2978726" cy="2175164"/>
          </a:xfrm>
          <a:prstGeom prst="rect">
            <a:avLst/>
          </a:prstGeom>
          <a:blipFill dpi="0" rotWithShape="1">
            <a:blip r:embed="rId2"/>
            <a:srcRect/>
            <a:stretch>
              <a:fillRect r="-12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208723" y="1662543"/>
            <a:ext cx="2978726" cy="2175164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261524" y="1816280"/>
            <a:ext cx="10518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Bahnschrift SemiLight Condensed" panose="020B0502040204020203" pitchFamily="34" charset="0"/>
                <a:ea typeface="微软雅黑 Light" panose="020B0502040204020203" pitchFamily="34" charset="-122"/>
              </a:rPr>
              <a:t>58%</a:t>
            </a:r>
            <a:endParaRPr lang="zh-CN" altLang="en-US" sz="4800" dirty="0">
              <a:solidFill>
                <a:schemeClr val="bg1"/>
              </a:solidFill>
              <a:latin typeface="Bahnschrift SemiLight Condensed" panose="020B0502040204020203" pitchFamily="34" charset="0"/>
              <a:ea typeface="微软雅黑 Light" panose="020B0502040204020203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608354" y="2665686"/>
            <a:ext cx="2354566" cy="905170"/>
            <a:chOff x="1331170" y="4779449"/>
            <a:chExt cx="2354566" cy="905170"/>
          </a:xfrm>
        </p:grpSpPr>
        <p:sp>
          <p:nvSpPr>
            <p:cNvPr id="11" name="文本框 10"/>
            <p:cNvSpPr txBox="1"/>
            <p:nvPr/>
          </p:nvSpPr>
          <p:spPr>
            <a:xfrm>
              <a:off x="1615155" y="4779449"/>
              <a:ext cx="17865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endParaRPr lang="en-US" altLang="zh-CN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331170" y="5060024"/>
              <a:ext cx="2354566" cy="624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详细内容点击入栏的具体文字，简明扼要的说明分项内容，此为概念详细图解内容。</a:t>
              </a:r>
              <a:endParaRPr lang="en-US" altLang="zh-CN" sz="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4010336" y="1799127"/>
            <a:ext cx="10518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Bahnschrift SemiLight Condensed" panose="020B0502040204020203" pitchFamily="34" charset="0"/>
                <a:ea typeface="微软雅黑 Light" panose="020B0502040204020203" pitchFamily="34" charset="-122"/>
              </a:rPr>
              <a:t>58%</a:t>
            </a:r>
            <a:endParaRPr lang="zh-CN" altLang="en-US" sz="4800" dirty="0">
              <a:solidFill>
                <a:schemeClr val="bg1"/>
              </a:solidFill>
              <a:latin typeface="Bahnschrift SemiLight Condensed" panose="020B0502040204020203" pitchFamily="34" charset="0"/>
              <a:ea typeface="微软雅黑 Light" panose="020B0502040204020203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357166" y="2648533"/>
            <a:ext cx="2354566" cy="905170"/>
            <a:chOff x="1331170" y="4779449"/>
            <a:chExt cx="2354566" cy="905170"/>
          </a:xfrm>
        </p:grpSpPr>
        <p:sp>
          <p:nvSpPr>
            <p:cNvPr id="15" name="文本框 14"/>
            <p:cNvSpPr txBox="1"/>
            <p:nvPr/>
          </p:nvSpPr>
          <p:spPr>
            <a:xfrm>
              <a:off x="1615155" y="4779449"/>
              <a:ext cx="17865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endParaRPr lang="en-US" altLang="zh-CN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331170" y="5060024"/>
              <a:ext cx="2354566" cy="624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详细内容点击入栏的具体文字，简明扼要的说明分项内容，此为概念详细图解内容。</a:t>
              </a:r>
              <a:endParaRPr lang="en-US" altLang="zh-CN" sz="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  <p:sp>
        <p:nvSpPr>
          <p:cNvPr id="17" name="TextBox 18"/>
          <p:cNvSpPr txBox="1"/>
          <p:nvPr/>
        </p:nvSpPr>
        <p:spPr>
          <a:xfrm>
            <a:off x="5618949" y="411828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关键字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  <p:sp>
        <p:nvSpPr>
          <p:cNvPr id="18" name="TextBox 19"/>
          <p:cNvSpPr txBox="1"/>
          <p:nvPr/>
        </p:nvSpPr>
        <p:spPr>
          <a:xfrm>
            <a:off x="1843989" y="4516550"/>
            <a:ext cx="8504021" cy="152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zh-CN" altLang="en-US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详细内容</a:t>
            </a:r>
            <a:r>
              <a:rPr lang="en-US" altLang="zh-CN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……</a:t>
            </a:r>
            <a:r>
              <a:rPr lang="zh-CN" altLang="en-US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点击输入本栏的具体文字，简明扼要的说明分项内容，此为概念图点击输入本栏的具体文字，简明扼要的说明分项内容，此为概念图解解。此为概念图点击输入本栏的具体文字，简明扼要的说明分项内容，此为概念解解。此为概念图点击输入本栏的具体文字，简明扼要的说明分项内容，此为概念图解解。</a:t>
            </a:r>
            <a:endParaRPr lang="en-US" altLang="zh-CN" sz="900" spc="300" dirty="0">
              <a:latin typeface="微软雅黑" panose="020B0503020204020204" pitchFamily="34" charset="-122"/>
              <a:ea typeface="微软雅黑" panose="020B0503020204020204" pitchFamily="34" charset="-122"/>
              <a:cs typeface="Montserrat Light" charset="0"/>
            </a:endParaRPr>
          </a:p>
          <a:p>
            <a:pPr algn="ctr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endParaRPr lang="en-US" altLang="zh-CN" sz="900" spc="300" dirty="0">
              <a:latin typeface="微软雅黑" panose="020B0503020204020204" pitchFamily="34" charset="-122"/>
              <a:ea typeface="微软雅黑" panose="020B0503020204020204" pitchFamily="34" charset="-122"/>
              <a:cs typeface="Montserrat Light" charset="0"/>
            </a:endParaRPr>
          </a:p>
          <a:p>
            <a:pPr algn="ctr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zh-CN" altLang="en-US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此为概念解解。此为概念图点击输入本栏的具体文字，简明扼要的说明分项内容，此为概念图解解。此为概念解解。此为概念图点击输入本栏的具体文字，简明扼要的说明分项为概念图解解。</a:t>
            </a:r>
            <a:endParaRPr lang="zh-CN" altLang="en-US" sz="900" spc="300" dirty="0">
              <a:latin typeface="微软雅黑" panose="020B0503020204020204" pitchFamily="34" charset="-122"/>
              <a:ea typeface="微软雅黑" panose="020B0503020204020204" pitchFamily="34" charset="-122"/>
              <a:cs typeface="Montserrat Light" charset="0"/>
            </a:endParaRPr>
          </a:p>
        </p:txBody>
      </p:sp>
      <p:sp>
        <p:nvSpPr>
          <p:cNvPr id="19" name="TextBox 9"/>
          <p:cNvSpPr txBox="1"/>
          <p:nvPr/>
        </p:nvSpPr>
        <p:spPr>
          <a:xfrm>
            <a:off x="5523939" y="6201040"/>
            <a:ext cx="1144133" cy="238363"/>
          </a:xfrm>
          <a:prstGeom prst="roundRect">
            <a:avLst/>
          </a:prstGeom>
          <a:solidFill>
            <a:srgbClr val="84D94A"/>
          </a:solidFill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SERVICE SECTIONS</a:t>
            </a:r>
            <a:endParaRPr lang="en-US" sz="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 rot="495382" flipV="1">
            <a:off x="-381830" y="-419774"/>
            <a:ext cx="1274336" cy="1274336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619861" y="-140147"/>
            <a:ext cx="715080" cy="715080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27986" y="231073"/>
            <a:ext cx="191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岗位述职报告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PA_形状 192"/>
          <p:cNvSpPr/>
          <p:nvPr>
            <p:custDataLst>
              <p:tags r:id="rId2"/>
            </p:custDataLst>
          </p:nvPr>
        </p:nvSpPr>
        <p:spPr>
          <a:xfrm>
            <a:off x="7113043" y="3127291"/>
            <a:ext cx="4074790" cy="248698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71094"/>
                </a:moveTo>
                <a:lnTo>
                  <a:pt x="120000" y="0"/>
                </a:lnTo>
                <a:lnTo>
                  <a:pt x="120000" y="48905"/>
                </a:lnTo>
                <a:lnTo>
                  <a:pt x="0" y="120000"/>
                </a:lnTo>
                <a:lnTo>
                  <a:pt x="0" y="7109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PA_形状 193"/>
          <p:cNvSpPr/>
          <p:nvPr>
            <p:custDataLst>
              <p:tags r:id="rId3"/>
            </p:custDataLst>
          </p:nvPr>
        </p:nvSpPr>
        <p:spPr>
          <a:xfrm>
            <a:off x="7113043" y="1638219"/>
            <a:ext cx="4074790" cy="248698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71094"/>
                </a:moveTo>
                <a:lnTo>
                  <a:pt x="120000" y="0"/>
                </a:lnTo>
                <a:lnTo>
                  <a:pt x="120000" y="48905"/>
                </a:lnTo>
                <a:lnTo>
                  <a:pt x="0" y="120000"/>
                </a:lnTo>
                <a:lnTo>
                  <a:pt x="0" y="7109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PA_形状 194"/>
          <p:cNvSpPr/>
          <p:nvPr>
            <p:custDataLst>
              <p:tags r:id="rId4"/>
            </p:custDataLst>
          </p:nvPr>
        </p:nvSpPr>
        <p:spPr>
          <a:xfrm>
            <a:off x="7113044" y="1638219"/>
            <a:ext cx="4074789" cy="1013505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PA_形状 195"/>
          <p:cNvSpPr/>
          <p:nvPr>
            <p:custDataLst>
              <p:tags r:id="rId5"/>
            </p:custDataLst>
          </p:nvPr>
        </p:nvSpPr>
        <p:spPr>
          <a:xfrm>
            <a:off x="7396483" y="1755162"/>
            <a:ext cx="779619" cy="7796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SzPct val="25000"/>
            </a:pPr>
            <a:r>
              <a:rPr lang="en-US" sz="4000" dirty="0">
                <a:solidFill>
                  <a:srgbClr val="FFFFFF"/>
                </a:solidFill>
                <a:latin typeface="Bahnschrift SemiBold Condensed" panose="020B0502040204020203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sz="4000" dirty="0">
              <a:solidFill>
                <a:srgbClr val="FFFFFF"/>
              </a:solidFill>
              <a:latin typeface="Bahnschrift SemiBold Condensed" panose="020B0502040204020203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PA_形状 196"/>
          <p:cNvSpPr/>
          <p:nvPr>
            <p:custDataLst>
              <p:tags r:id="rId6"/>
            </p:custDataLst>
          </p:nvPr>
        </p:nvSpPr>
        <p:spPr>
          <a:xfrm>
            <a:off x="7113044" y="4600770"/>
            <a:ext cx="4074789" cy="1013505"/>
          </a:xfrm>
          <a:prstGeom prst="rect">
            <a:avLst/>
          </a:prstGeom>
          <a:solidFill>
            <a:srgbClr val="74C7B5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PA_形状 197"/>
          <p:cNvSpPr/>
          <p:nvPr>
            <p:custDataLst>
              <p:tags r:id="rId7"/>
            </p:custDataLst>
          </p:nvPr>
        </p:nvSpPr>
        <p:spPr>
          <a:xfrm>
            <a:off x="7396483" y="4717713"/>
            <a:ext cx="779619" cy="7796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SzPct val="25000"/>
            </a:pPr>
            <a:r>
              <a:rPr lang="en-US" sz="4000">
                <a:solidFill>
                  <a:srgbClr val="FFFFFF"/>
                </a:solidFill>
                <a:latin typeface="Bahnschrift SemiBold Condensed" panose="020B0502040204020203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sz="4000">
              <a:solidFill>
                <a:srgbClr val="FFFFFF"/>
              </a:solidFill>
              <a:latin typeface="Bahnschrift SemiBold Condensed" panose="020B0502040204020203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PA_形状 198"/>
          <p:cNvSpPr/>
          <p:nvPr>
            <p:custDataLst>
              <p:tags r:id="rId8"/>
            </p:custDataLst>
          </p:nvPr>
        </p:nvSpPr>
        <p:spPr>
          <a:xfrm>
            <a:off x="7113044" y="3119495"/>
            <a:ext cx="4074789" cy="1013505"/>
          </a:xfrm>
          <a:prstGeom prst="rect">
            <a:avLst/>
          </a:prstGeom>
          <a:solidFill>
            <a:srgbClr val="84D94A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PA_形状 199"/>
          <p:cNvSpPr/>
          <p:nvPr>
            <p:custDataLst>
              <p:tags r:id="rId9"/>
            </p:custDataLst>
          </p:nvPr>
        </p:nvSpPr>
        <p:spPr>
          <a:xfrm>
            <a:off x="7396483" y="3236438"/>
            <a:ext cx="779619" cy="7796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SzPct val="25000"/>
            </a:pPr>
            <a:r>
              <a:rPr lang="en-US" sz="4000">
                <a:solidFill>
                  <a:srgbClr val="FFFFFF"/>
                </a:solidFill>
                <a:latin typeface="Bahnschrift SemiBold Condensed" panose="020B0502040204020203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sz="4000">
              <a:solidFill>
                <a:srgbClr val="FFFFFF"/>
              </a:solidFill>
              <a:latin typeface="Bahnschrift SemiBold Condensed" panose="020B0502040204020203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PA_形状 200"/>
          <p:cNvSpPr/>
          <p:nvPr>
            <p:custDataLst>
              <p:tags r:id="rId10"/>
            </p:custDataLst>
          </p:nvPr>
        </p:nvSpPr>
        <p:spPr>
          <a:xfrm>
            <a:off x="8145561" y="1639900"/>
            <a:ext cx="2924021" cy="889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zh-CN" altLang="en-US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一套好的</a:t>
            </a:r>
            <a:r>
              <a:rPr lang="en-US" altLang="zh-CN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PPT</a:t>
            </a:r>
            <a:r>
              <a:rPr lang="zh-CN" altLang="en-US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模板可以让一篇</a:t>
            </a:r>
            <a:r>
              <a:rPr lang="en-US" altLang="zh-CN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PPT</a:t>
            </a:r>
            <a:r>
              <a:rPr lang="zh-CN" altLang="en-US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文稿的形象迅速提升，大大增加可观赏性</a:t>
            </a:r>
            <a:endParaRPr lang="zh-CN" altLang="en-US" sz="1050" spc="300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PA_形状 212"/>
          <p:cNvSpPr/>
          <p:nvPr>
            <p:custDataLst>
              <p:tags r:id="rId11"/>
            </p:custDataLst>
          </p:nvPr>
        </p:nvSpPr>
        <p:spPr>
          <a:xfrm>
            <a:off x="8145561" y="3141084"/>
            <a:ext cx="2924021" cy="889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zh-CN" altLang="en-US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一套好的</a:t>
            </a:r>
            <a:r>
              <a:rPr lang="en-US" altLang="zh-CN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PPT</a:t>
            </a:r>
            <a:r>
              <a:rPr lang="zh-CN" altLang="en-US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模板可以让一篇</a:t>
            </a:r>
            <a:r>
              <a:rPr lang="en-US" altLang="zh-CN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PPT</a:t>
            </a:r>
            <a:r>
              <a:rPr lang="zh-CN" altLang="en-US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文稿的形象迅速提升，大大增加可观赏性</a:t>
            </a:r>
            <a:endParaRPr lang="zh-CN" altLang="en-US" sz="1050" spc="300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PA_形状 213"/>
          <p:cNvSpPr/>
          <p:nvPr>
            <p:custDataLst>
              <p:tags r:id="rId12"/>
            </p:custDataLst>
          </p:nvPr>
        </p:nvSpPr>
        <p:spPr>
          <a:xfrm>
            <a:off x="8145561" y="4659177"/>
            <a:ext cx="2924021" cy="889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zh-CN" altLang="en-US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一套好的</a:t>
            </a:r>
            <a:r>
              <a:rPr lang="en-US" altLang="zh-CN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PPT</a:t>
            </a:r>
            <a:r>
              <a:rPr lang="zh-CN" altLang="en-US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模板可以让一篇</a:t>
            </a:r>
            <a:r>
              <a:rPr lang="en-US" altLang="zh-CN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PPT</a:t>
            </a:r>
            <a:r>
              <a:rPr lang="zh-CN" altLang="en-US" sz="1050" spc="3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文稿的形象迅速提升，大大增加可观赏性</a:t>
            </a:r>
            <a:endParaRPr lang="zh-CN" altLang="en-US" sz="1050" spc="300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16" name="PA_Chart 19"/>
          <p:cNvGraphicFramePr/>
          <p:nvPr>
            <p:custDataLst>
              <p:tags r:id="rId13"/>
            </p:custDataLst>
          </p:nvPr>
        </p:nvGraphicFramePr>
        <p:xfrm>
          <a:off x="803700" y="1289255"/>
          <a:ext cx="6167623" cy="467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3" presetClass="entr" presetSubtype="28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iterate type="lt">
                                    <p:tmPct val="1395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3" presetClass="entr" presetSubtype="288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iterate type="lt">
                                    <p:tmPct val="1395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3" presetClass="entr" presetSubtype="288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iterate type="lt">
                                    <p:tmPct val="186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/>
      <p:bldP spid="14" grpId="0"/>
      <p:bldP spid="15" grpId="0"/>
      <p:bldGraphic spid="16" grpId="0">
        <p:bldSub>
          <a:bldChart bld="series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/>
          <p:cNvSpPr/>
          <p:nvPr/>
        </p:nvSpPr>
        <p:spPr>
          <a:xfrm rot="20723155">
            <a:off x="5442179" y="-945177"/>
            <a:ext cx="3499703" cy="3499703"/>
          </a:xfrm>
          <a:prstGeom prst="roundRect">
            <a:avLst>
              <a:gd name="adj" fmla="val 9713"/>
            </a:avLst>
          </a:prstGeom>
          <a:solidFill>
            <a:srgbClr val="74C7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41274" y="3268283"/>
            <a:ext cx="4269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dirty="0">
                <a:solidFill>
                  <a:srgbClr val="84D9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5140" y="4071392"/>
            <a:ext cx="4858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总结计划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实习报告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工作汇报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76545" y="4797192"/>
            <a:ext cx="1307258" cy="307777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</a:rPr>
              <a:t>稻壳儿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412974" y="4790278"/>
            <a:ext cx="1307258" cy="307777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</a:rPr>
              <a:t>部门：销售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0271" y="5152591"/>
            <a:ext cx="5113342" cy="489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Please enter your detailed text here, the content should be concise and clear, concise and concise do not need too much text modification and expression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。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字魂57号-创细黑" panose="00000500000000000000" pitchFamily="2" charset="-122"/>
              <a:ea typeface="字魂57号-创细黑" panose="00000500000000000000" pitchFamily="2" charset="-122"/>
            </a:endParaRPr>
          </a:p>
        </p:txBody>
      </p:sp>
      <p:sp>
        <p:nvSpPr>
          <p:cNvPr id="2" name="矩形: 圆角 1"/>
          <p:cNvSpPr/>
          <p:nvPr/>
        </p:nvSpPr>
        <p:spPr>
          <a:xfrm rot="495382">
            <a:off x="7486265" y="-524202"/>
            <a:ext cx="5277101" cy="5277101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8796900" y="3531143"/>
            <a:ext cx="4055237" cy="4055237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 rot="495382" flipV="1">
            <a:off x="-381830" y="-419774"/>
            <a:ext cx="1274336" cy="1274336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619861" y="-140147"/>
            <a:ext cx="715080" cy="715080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27986" y="231073"/>
            <a:ext cx="191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岗位述职报告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ounded Rectangle 1"/>
          <p:cNvSpPr/>
          <p:nvPr/>
        </p:nvSpPr>
        <p:spPr>
          <a:xfrm>
            <a:off x="4333056" y="2509284"/>
            <a:ext cx="328723" cy="1828800"/>
          </a:xfrm>
          <a:prstGeom prst="roundRect">
            <a:avLst/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9"/>
          <p:cNvSpPr/>
          <p:nvPr/>
        </p:nvSpPr>
        <p:spPr>
          <a:xfrm>
            <a:off x="4769492" y="3136605"/>
            <a:ext cx="328723" cy="1201479"/>
          </a:xfrm>
          <a:prstGeom prst="round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10"/>
          <p:cNvSpPr/>
          <p:nvPr/>
        </p:nvSpPr>
        <p:spPr>
          <a:xfrm>
            <a:off x="5205928" y="3721397"/>
            <a:ext cx="328723" cy="61668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ounded Rectangle 11"/>
          <p:cNvSpPr/>
          <p:nvPr/>
        </p:nvSpPr>
        <p:spPr>
          <a:xfrm>
            <a:off x="5642364" y="2817630"/>
            <a:ext cx="328723" cy="1520454"/>
          </a:xfrm>
          <a:prstGeom prst="roundRect">
            <a:avLst/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ounded Rectangle 13"/>
          <p:cNvSpPr/>
          <p:nvPr/>
        </p:nvSpPr>
        <p:spPr>
          <a:xfrm>
            <a:off x="6078800" y="3955314"/>
            <a:ext cx="328723" cy="38277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ounded Rectangle 15"/>
          <p:cNvSpPr/>
          <p:nvPr/>
        </p:nvSpPr>
        <p:spPr>
          <a:xfrm>
            <a:off x="6515236" y="3296095"/>
            <a:ext cx="328723" cy="1041989"/>
          </a:xfrm>
          <a:prstGeom prst="roundRect">
            <a:avLst/>
          </a:prstGeom>
          <a:solidFill>
            <a:srgbClr val="74C7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ounded Rectangle 18"/>
          <p:cNvSpPr/>
          <p:nvPr/>
        </p:nvSpPr>
        <p:spPr>
          <a:xfrm>
            <a:off x="6951672" y="4061639"/>
            <a:ext cx="328723" cy="27644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ounded Rectangle 19"/>
          <p:cNvSpPr/>
          <p:nvPr/>
        </p:nvSpPr>
        <p:spPr>
          <a:xfrm>
            <a:off x="7388108" y="3795825"/>
            <a:ext cx="328723" cy="542259"/>
          </a:xfrm>
          <a:prstGeom prst="roundRect">
            <a:avLst/>
          </a:prstGeom>
          <a:solidFill>
            <a:srgbClr val="74C7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ounded Rectangle 20"/>
          <p:cNvSpPr/>
          <p:nvPr/>
        </p:nvSpPr>
        <p:spPr>
          <a:xfrm>
            <a:off x="7824548" y="4199862"/>
            <a:ext cx="328723" cy="1382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Bahnschrift SemiBold Condensed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TextBox 2"/>
          <p:cNvSpPr txBox="1"/>
          <p:nvPr/>
        </p:nvSpPr>
        <p:spPr>
          <a:xfrm>
            <a:off x="4362605" y="441251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tx2">
                    <a:lumMod val="75000"/>
                  </a:schemeClr>
                </a:solidFill>
                <a:latin typeface="Bahnschrift SemiBold Condensed" panose="020B0502040204020203" pitchFamily="34" charset="0"/>
                <a:ea typeface="微软雅黑" panose="020B0503020204020204" pitchFamily="34" charset="-122"/>
              </a:rPr>
              <a:t>M</a:t>
            </a:r>
            <a:endParaRPr lang="en-US" sz="1200">
              <a:solidFill>
                <a:schemeClr val="tx2">
                  <a:lumMod val="75000"/>
                </a:schemeClr>
              </a:solidFill>
              <a:latin typeface="Bahnschrift SemiBold Condensed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TextBox 22"/>
          <p:cNvSpPr txBox="1"/>
          <p:nvPr/>
        </p:nvSpPr>
        <p:spPr>
          <a:xfrm>
            <a:off x="4815070" y="4412512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tx2">
                    <a:lumMod val="75000"/>
                  </a:schemeClr>
                </a:solidFill>
                <a:latin typeface="Bahnschrift SemiBold Condensed" panose="020B0502040204020203" pitchFamily="34" charset="0"/>
                <a:ea typeface="微软雅黑" panose="020B0503020204020204" pitchFamily="34" charset="-122"/>
              </a:rPr>
              <a:t>T</a:t>
            </a:r>
            <a:endParaRPr lang="en-US" sz="1200">
              <a:solidFill>
                <a:schemeClr val="tx2">
                  <a:lumMod val="75000"/>
                </a:schemeClr>
              </a:solidFill>
              <a:latin typeface="Bahnschrift SemiBold Condensed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TextBox 23"/>
          <p:cNvSpPr txBox="1"/>
          <p:nvPr/>
        </p:nvSpPr>
        <p:spPr>
          <a:xfrm>
            <a:off x="5234675" y="4412512"/>
            <a:ext cx="271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tx2">
                    <a:lumMod val="75000"/>
                  </a:schemeClr>
                </a:solidFill>
                <a:latin typeface="Bahnschrift SemiBold Condensed" panose="020B0502040204020203" pitchFamily="34" charset="0"/>
                <a:ea typeface="微软雅黑" panose="020B0503020204020204" pitchFamily="34" charset="-122"/>
              </a:rPr>
              <a:t>W</a:t>
            </a:r>
            <a:endParaRPr lang="en-US" sz="1200">
              <a:solidFill>
                <a:schemeClr val="tx2">
                  <a:lumMod val="75000"/>
                </a:schemeClr>
              </a:solidFill>
              <a:latin typeface="Bahnschrift SemiBold Condensed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TextBox 24"/>
          <p:cNvSpPr txBox="1"/>
          <p:nvPr/>
        </p:nvSpPr>
        <p:spPr>
          <a:xfrm>
            <a:off x="5687942" y="4412512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tx2">
                    <a:lumMod val="75000"/>
                  </a:schemeClr>
                </a:solidFill>
                <a:latin typeface="Bahnschrift SemiBold Condensed" panose="020B0502040204020203" pitchFamily="34" charset="0"/>
                <a:ea typeface="微软雅黑" panose="020B0503020204020204" pitchFamily="34" charset="-122"/>
              </a:rPr>
              <a:t>T</a:t>
            </a:r>
            <a:endParaRPr lang="en-US" sz="1200">
              <a:solidFill>
                <a:schemeClr val="tx2">
                  <a:lumMod val="75000"/>
                </a:schemeClr>
              </a:solidFill>
              <a:latin typeface="Bahnschrift SemiBold Condensed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TextBox 25"/>
          <p:cNvSpPr txBox="1"/>
          <p:nvPr/>
        </p:nvSpPr>
        <p:spPr>
          <a:xfrm>
            <a:off x="6122775" y="4412512"/>
            <a:ext cx="240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tx2">
                    <a:lumMod val="75000"/>
                  </a:schemeClr>
                </a:solidFill>
                <a:latin typeface="Bahnschrift SemiBold Condensed" panose="020B0502040204020203" pitchFamily="34" charset="0"/>
                <a:ea typeface="微软雅黑" panose="020B0503020204020204" pitchFamily="34" charset="-122"/>
              </a:rPr>
              <a:t>F</a:t>
            </a:r>
            <a:endParaRPr lang="en-US" sz="1200">
              <a:solidFill>
                <a:schemeClr val="tx2">
                  <a:lumMod val="75000"/>
                </a:schemeClr>
              </a:solidFill>
              <a:latin typeface="Bahnschrift SemiBold Condensed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TextBox 26"/>
          <p:cNvSpPr txBox="1"/>
          <p:nvPr/>
        </p:nvSpPr>
        <p:spPr>
          <a:xfrm>
            <a:off x="6554401" y="4412512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Bahnschrift SemiBold Condensed" panose="020B0502040204020203" pitchFamily="34" charset="0"/>
                <a:ea typeface="微软雅黑" panose="020B0503020204020204" pitchFamily="34" charset="-122"/>
              </a:rPr>
              <a:t>S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Bahnschrift SemiBold Condensed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TextBox 27"/>
          <p:cNvSpPr txBox="1"/>
          <p:nvPr/>
        </p:nvSpPr>
        <p:spPr>
          <a:xfrm>
            <a:off x="6990837" y="4412512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tx2">
                    <a:lumMod val="75000"/>
                  </a:schemeClr>
                </a:solidFill>
                <a:latin typeface="Bahnschrift SemiBold Condensed" panose="020B0502040204020203" pitchFamily="34" charset="0"/>
                <a:ea typeface="微软雅黑" panose="020B0503020204020204" pitchFamily="34" charset="-122"/>
              </a:rPr>
              <a:t>S</a:t>
            </a:r>
            <a:endParaRPr lang="en-US" sz="1200">
              <a:solidFill>
                <a:schemeClr val="tx2">
                  <a:lumMod val="75000"/>
                </a:schemeClr>
              </a:solidFill>
              <a:latin typeface="Bahnschrift SemiBold Condensed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TextBox 28"/>
          <p:cNvSpPr txBox="1"/>
          <p:nvPr/>
        </p:nvSpPr>
        <p:spPr>
          <a:xfrm>
            <a:off x="7417657" y="441251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tx2">
                    <a:lumMod val="75000"/>
                  </a:schemeClr>
                </a:solidFill>
                <a:latin typeface="Bahnschrift SemiBold Condensed" panose="020B0502040204020203" pitchFamily="34" charset="0"/>
                <a:ea typeface="微软雅黑" panose="020B0503020204020204" pitchFamily="34" charset="-122"/>
              </a:rPr>
              <a:t>M</a:t>
            </a:r>
            <a:endParaRPr lang="en-US" sz="1200">
              <a:solidFill>
                <a:schemeClr val="tx2">
                  <a:lumMod val="75000"/>
                </a:schemeClr>
              </a:solidFill>
              <a:latin typeface="Bahnschrift SemiBold Condensed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TextBox 29"/>
          <p:cNvSpPr txBox="1"/>
          <p:nvPr/>
        </p:nvSpPr>
        <p:spPr>
          <a:xfrm>
            <a:off x="7870122" y="4412512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Bahnschrift SemiBold Condensed" panose="020B0502040204020203" pitchFamily="34" charset="0"/>
                <a:ea typeface="微软雅黑" panose="020B0503020204020204" pitchFamily="34" charset="-122"/>
              </a:rPr>
              <a:t>T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Bahnschrift SemiBold Condensed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3" name="Straight Connector 4"/>
          <p:cNvCxnSpPr>
            <a:stCxn id="8" idx="0"/>
          </p:cNvCxnSpPr>
          <p:nvPr/>
        </p:nvCxnSpPr>
        <p:spPr>
          <a:xfrm rot="5400000" flipH="1" flipV="1">
            <a:off x="5847110" y="2081760"/>
            <a:ext cx="695487" cy="776255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7"/>
          <p:cNvCxnSpPr>
            <a:stCxn id="12" idx="0"/>
          </p:cNvCxnSpPr>
          <p:nvPr/>
        </p:nvCxnSpPr>
        <p:spPr>
          <a:xfrm rot="5400000" flipH="1" flipV="1">
            <a:off x="7300680" y="3271957"/>
            <a:ext cx="775658" cy="272078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937424" y="1429261"/>
            <a:ext cx="178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你的标题</a:t>
            </a:r>
            <a:endParaRPr lang="en-US" altLang="zh-CN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937423" y="1807315"/>
            <a:ext cx="3600685" cy="534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zh-CN" altLang="en-US" sz="1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详细内容</a:t>
            </a:r>
            <a:r>
              <a:rPr lang="en-US" altLang="zh-CN" sz="1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……</a:t>
            </a:r>
            <a:r>
              <a:rPr lang="zh-CN" altLang="en-US" sz="1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点击输入本栏的具体文字，简明扼要的说明分项内容，此为概念图解。</a:t>
            </a:r>
            <a:endParaRPr lang="zh-CN" altLang="en-US" sz="1000" spc="300" dirty="0">
              <a:latin typeface="微软雅黑" panose="020B0503020204020204" pitchFamily="34" charset="-122"/>
              <a:ea typeface="微软雅黑" panose="020B0503020204020204" pitchFamily="34" charset="-122"/>
              <a:cs typeface="Montserrat Light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176407" y="2627536"/>
            <a:ext cx="178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你的标题</a:t>
            </a:r>
            <a:endParaRPr lang="en-US" altLang="zh-CN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176406" y="3005590"/>
            <a:ext cx="3600685" cy="534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zh-CN" altLang="en-US" sz="1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详细内容</a:t>
            </a:r>
            <a:r>
              <a:rPr lang="en-US" altLang="zh-CN" sz="1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……</a:t>
            </a:r>
            <a:r>
              <a:rPr lang="zh-CN" altLang="en-US" sz="1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点击输入本栏的具体文字，简明扼要的说明分项内容，此为概念图解。</a:t>
            </a:r>
            <a:endParaRPr lang="zh-CN" altLang="en-US" sz="1000" spc="300" dirty="0">
              <a:latin typeface="微软雅黑" panose="020B0503020204020204" pitchFamily="34" charset="-122"/>
              <a:ea typeface="微软雅黑" panose="020B0503020204020204" pitchFamily="34" charset="-122"/>
              <a:cs typeface="Montserrat Light" charset="0"/>
            </a:endParaRPr>
          </a:p>
        </p:txBody>
      </p:sp>
      <p:cxnSp>
        <p:nvCxnSpPr>
          <p:cNvPr id="30" name="Straight Connector 4"/>
          <p:cNvCxnSpPr/>
          <p:nvPr/>
        </p:nvCxnSpPr>
        <p:spPr>
          <a:xfrm rot="10800000">
            <a:off x="3118617" y="2074696"/>
            <a:ext cx="1037218" cy="59078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748725" y="2516184"/>
            <a:ext cx="178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你的标题</a:t>
            </a:r>
            <a:endParaRPr lang="en-US" altLang="zh-CN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48724" y="2894238"/>
            <a:ext cx="3600685" cy="534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zh-CN" altLang="en-US" sz="1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详细内容</a:t>
            </a:r>
            <a:r>
              <a:rPr lang="en-US" altLang="zh-CN" sz="1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……</a:t>
            </a:r>
            <a:r>
              <a:rPr lang="zh-CN" altLang="en-US" sz="1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点击输入本栏的具体文字，简明扼要的说明分项内容，此为概念图解。</a:t>
            </a:r>
            <a:endParaRPr lang="zh-CN" altLang="en-US" sz="1000" spc="300" dirty="0">
              <a:latin typeface="微软雅黑" panose="020B0503020204020204" pitchFamily="34" charset="-122"/>
              <a:ea typeface="微软雅黑" panose="020B0503020204020204" pitchFamily="34" charset="-122"/>
              <a:cs typeface="Montserrat Light" charset="0"/>
            </a:endParaRPr>
          </a:p>
        </p:txBody>
      </p:sp>
      <p:sp>
        <p:nvSpPr>
          <p:cNvPr id="33" name="TextBox 18"/>
          <p:cNvSpPr txBox="1"/>
          <p:nvPr/>
        </p:nvSpPr>
        <p:spPr>
          <a:xfrm>
            <a:off x="5618949" y="5071839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关键字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  <p:sp>
        <p:nvSpPr>
          <p:cNvPr id="35" name="TextBox 19"/>
          <p:cNvSpPr txBox="1"/>
          <p:nvPr/>
        </p:nvSpPr>
        <p:spPr>
          <a:xfrm>
            <a:off x="3156734" y="5470107"/>
            <a:ext cx="5878532" cy="282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zh-CN" altLang="en-US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详细内容</a:t>
            </a:r>
            <a:r>
              <a:rPr lang="en-US" altLang="zh-CN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……</a:t>
            </a:r>
            <a:r>
              <a:rPr lang="zh-CN" altLang="en-US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点击输入本栏的具体文字，简明扼要的说明分项内容，此为概念图解。</a:t>
            </a:r>
            <a:endParaRPr lang="zh-CN" altLang="en-US" sz="900" spc="300" dirty="0">
              <a:latin typeface="微软雅黑" panose="020B0503020204020204" pitchFamily="34" charset="-122"/>
              <a:ea typeface="微软雅黑" panose="020B0503020204020204" pitchFamily="34" charset="-122"/>
              <a:cs typeface="Montserrat Light" charset="0"/>
            </a:endParaRPr>
          </a:p>
        </p:txBody>
      </p:sp>
      <p:sp>
        <p:nvSpPr>
          <p:cNvPr id="36" name="TextBox 9"/>
          <p:cNvSpPr txBox="1"/>
          <p:nvPr/>
        </p:nvSpPr>
        <p:spPr>
          <a:xfrm>
            <a:off x="5523939" y="5841367"/>
            <a:ext cx="1144133" cy="238363"/>
          </a:xfrm>
          <a:prstGeom prst="roundRect">
            <a:avLst/>
          </a:prstGeom>
          <a:solidFill>
            <a:srgbClr val="4DEAFD"/>
          </a:solidFill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SERVICE SECTIONS</a:t>
            </a:r>
            <a:endParaRPr lang="en-US" sz="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1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 rot="495382" flipV="1">
            <a:off x="-381830" y="-419774"/>
            <a:ext cx="1274336" cy="1274336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619861" y="-140147"/>
            <a:ext cx="715080" cy="715080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27986" y="231073"/>
            <a:ext cx="191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岗位述职报告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lowchart: Manual Input 10"/>
          <p:cNvSpPr/>
          <p:nvPr/>
        </p:nvSpPr>
        <p:spPr>
          <a:xfrm>
            <a:off x="1098615" y="2409081"/>
            <a:ext cx="2453373" cy="1525772"/>
          </a:xfrm>
          <a:prstGeom prst="flowChartManualInput">
            <a:avLst/>
          </a:prstGeom>
          <a:blipFill>
            <a:blip r:embed="rId1"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Flowchart: Manual Input 11"/>
          <p:cNvSpPr/>
          <p:nvPr/>
        </p:nvSpPr>
        <p:spPr>
          <a:xfrm flipH="1">
            <a:off x="3612414" y="2306700"/>
            <a:ext cx="2453373" cy="1525772"/>
          </a:xfrm>
          <a:prstGeom prst="flowChartManualInput">
            <a:avLst/>
          </a:prstGeom>
          <a:solidFill>
            <a:srgbClr val="4DEAFD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Flowchart: Manual Input 12"/>
          <p:cNvSpPr/>
          <p:nvPr/>
        </p:nvSpPr>
        <p:spPr>
          <a:xfrm>
            <a:off x="6126213" y="2306700"/>
            <a:ext cx="2453373" cy="1525772"/>
          </a:xfrm>
          <a:prstGeom prst="flowChartManualInput">
            <a:avLst/>
          </a:prstGeom>
          <a:solidFill>
            <a:srgbClr val="4DEAFD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lowchart: Manual Input 13"/>
          <p:cNvSpPr/>
          <p:nvPr/>
        </p:nvSpPr>
        <p:spPr>
          <a:xfrm flipH="1">
            <a:off x="8640012" y="2409081"/>
            <a:ext cx="2453373" cy="1525772"/>
          </a:xfrm>
          <a:prstGeom prst="flowChartManualInput">
            <a:avLst/>
          </a:prstGeom>
          <a:blipFill dpi="0" rotWithShape="1">
            <a:blip r:embed="rId2"/>
            <a:srcRect/>
            <a:stretch>
              <a:fillRect b="-39000"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18"/>
          <p:cNvSpPr txBox="1"/>
          <p:nvPr/>
        </p:nvSpPr>
        <p:spPr>
          <a:xfrm>
            <a:off x="5618949" y="134692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关键字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  <p:sp>
        <p:nvSpPr>
          <p:cNvPr id="10" name="TextBox 19"/>
          <p:cNvSpPr txBox="1"/>
          <p:nvPr/>
        </p:nvSpPr>
        <p:spPr>
          <a:xfrm>
            <a:off x="3156734" y="1745191"/>
            <a:ext cx="5878532" cy="282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zh-CN" altLang="en-US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详细内容</a:t>
            </a:r>
            <a:r>
              <a:rPr lang="en-US" altLang="zh-CN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……</a:t>
            </a:r>
            <a:r>
              <a:rPr lang="zh-CN" altLang="en-US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点击输入本栏的具体文字，简明扼要的说明分项内容，此为概念图解。</a:t>
            </a:r>
            <a:endParaRPr lang="zh-CN" altLang="en-US" sz="900" spc="300" dirty="0">
              <a:latin typeface="微软雅黑" panose="020B0503020204020204" pitchFamily="34" charset="-122"/>
              <a:ea typeface="微软雅黑" panose="020B0503020204020204" pitchFamily="34" charset="-122"/>
              <a:cs typeface="Montserrat Light" charset="0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5523939" y="2128320"/>
            <a:ext cx="1144133" cy="238363"/>
          </a:xfrm>
          <a:prstGeom prst="roundRect">
            <a:avLst/>
          </a:prstGeom>
          <a:solidFill>
            <a:srgbClr val="84D94A"/>
          </a:solidFill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SERVICE SECTIONS</a:t>
            </a:r>
            <a:endParaRPr lang="en-US" sz="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4023925" y="2819809"/>
            <a:ext cx="1765300" cy="954248"/>
            <a:chOff x="611188" y="4453258"/>
            <a:chExt cx="1765300" cy="954248"/>
          </a:xfrm>
        </p:grpSpPr>
        <p:sp>
          <p:nvSpPr>
            <p:cNvPr id="13" name="TextBox 12"/>
            <p:cNvSpPr txBox="1"/>
            <p:nvPr/>
          </p:nvSpPr>
          <p:spPr>
            <a:xfrm>
              <a:off x="611188" y="4876591"/>
              <a:ext cx="1765300" cy="5309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12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12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12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点击输入本栏的具体文字。</a:t>
              </a:r>
              <a:endParaRPr lang="en-US" sz="12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1408353" y="4800390"/>
              <a:ext cx="18000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11188" y="4453258"/>
              <a:ext cx="17653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详细内容</a:t>
              </a:r>
              <a:endParaRPr lang="en-US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Group 11"/>
          <p:cNvGrpSpPr/>
          <p:nvPr/>
        </p:nvGrpSpPr>
        <p:grpSpPr>
          <a:xfrm>
            <a:off x="6470249" y="2805774"/>
            <a:ext cx="1765300" cy="954248"/>
            <a:chOff x="611188" y="4453258"/>
            <a:chExt cx="1765300" cy="954248"/>
          </a:xfrm>
        </p:grpSpPr>
        <p:sp>
          <p:nvSpPr>
            <p:cNvPr id="17" name="TextBox 12"/>
            <p:cNvSpPr txBox="1"/>
            <p:nvPr/>
          </p:nvSpPr>
          <p:spPr>
            <a:xfrm>
              <a:off x="611188" y="4876591"/>
              <a:ext cx="1765300" cy="5309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12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12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12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点击输入本栏的具体文字。</a:t>
              </a:r>
              <a:endParaRPr lang="en-US" sz="12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  <p:cxnSp>
          <p:nvCxnSpPr>
            <p:cNvPr id="18" name="Straight Connector 13"/>
            <p:cNvCxnSpPr/>
            <p:nvPr/>
          </p:nvCxnSpPr>
          <p:spPr>
            <a:xfrm>
              <a:off x="1408353" y="4800390"/>
              <a:ext cx="180000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4"/>
            <p:cNvSpPr txBox="1"/>
            <p:nvPr/>
          </p:nvSpPr>
          <p:spPr>
            <a:xfrm>
              <a:off x="611188" y="4453258"/>
              <a:ext cx="17653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详细内容</a:t>
              </a:r>
              <a:endParaRPr lang="en-US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 flipH="1">
            <a:off x="1015378" y="4458751"/>
            <a:ext cx="474192" cy="399630"/>
            <a:chOff x="6350" y="1588"/>
            <a:chExt cx="1403350" cy="1182687"/>
          </a:xfrm>
          <a:solidFill>
            <a:srgbClr val="84D94A"/>
          </a:solidFill>
        </p:grpSpPr>
        <p:sp>
          <p:nvSpPr>
            <p:cNvPr id="21" name="Freeform 5"/>
            <p:cNvSpPr/>
            <p:nvPr/>
          </p:nvSpPr>
          <p:spPr bwMode="auto">
            <a:xfrm>
              <a:off x="498475" y="1588"/>
              <a:ext cx="627063" cy="625475"/>
            </a:xfrm>
            <a:custGeom>
              <a:avLst/>
              <a:gdLst>
                <a:gd name="T0" fmla="*/ 163 w 166"/>
                <a:gd name="T1" fmla="*/ 30 h 165"/>
                <a:gd name="T2" fmla="*/ 134 w 166"/>
                <a:gd name="T3" fmla="*/ 1 h 165"/>
                <a:gd name="T4" fmla="*/ 127 w 166"/>
                <a:gd name="T5" fmla="*/ 0 h 165"/>
                <a:gd name="T6" fmla="*/ 99 w 166"/>
                <a:gd name="T7" fmla="*/ 0 h 165"/>
                <a:gd name="T8" fmla="*/ 94 w 166"/>
                <a:gd name="T9" fmla="*/ 2 h 165"/>
                <a:gd name="T10" fmla="*/ 3 w 166"/>
                <a:gd name="T11" fmla="*/ 93 h 165"/>
                <a:gd name="T12" fmla="*/ 3 w 166"/>
                <a:gd name="T13" fmla="*/ 105 h 165"/>
                <a:gd name="T14" fmla="*/ 9 w 166"/>
                <a:gd name="T15" fmla="*/ 107 h 165"/>
                <a:gd name="T16" fmla="*/ 15 w 166"/>
                <a:gd name="T17" fmla="*/ 104 h 165"/>
                <a:gd name="T18" fmla="*/ 104 w 166"/>
                <a:gd name="T19" fmla="*/ 15 h 165"/>
                <a:gd name="T20" fmla="*/ 125 w 166"/>
                <a:gd name="T21" fmla="*/ 15 h 165"/>
                <a:gd name="T22" fmla="*/ 126 w 166"/>
                <a:gd name="T23" fmla="*/ 16 h 165"/>
                <a:gd name="T24" fmla="*/ 125 w 166"/>
                <a:gd name="T25" fmla="*/ 17 h 165"/>
                <a:gd name="T26" fmla="*/ 25 w 166"/>
                <a:gd name="T27" fmla="*/ 117 h 165"/>
                <a:gd name="T28" fmla="*/ 25 w 166"/>
                <a:gd name="T29" fmla="*/ 123 h 165"/>
                <a:gd name="T30" fmla="*/ 29 w 166"/>
                <a:gd name="T31" fmla="*/ 124 h 165"/>
                <a:gd name="T32" fmla="*/ 32 w 166"/>
                <a:gd name="T33" fmla="*/ 123 h 165"/>
                <a:gd name="T34" fmla="*/ 131 w 166"/>
                <a:gd name="T35" fmla="*/ 23 h 165"/>
                <a:gd name="T36" fmla="*/ 132 w 166"/>
                <a:gd name="T37" fmla="*/ 23 h 165"/>
                <a:gd name="T38" fmla="*/ 143 w 166"/>
                <a:gd name="T39" fmla="*/ 34 h 165"/>
                <a:gd name="T40" fmla="*/ 142 w 166"/>
                <a:gd name="T41" fmla="*/ 34 h 165"/>
                <a:gd name="T42" fmla="*/ 42 w 166"/>
                <a:gd name="T43" fmla="*/ 134 h 165"/>
                <a:gd name="T44" fmla="*/ 42 w 166"/>
                <a:gd name="T45" fmla="*/ 140 h 165"/>
                <a:gd name="T46" fmla="*/ 45 w 166"/>
                <a:gd name="T47" fmla="*/ 141 h 165"/>
                <a:gd name="T48" fmla="*/ 49 w 166"/>
                <a:gd name="T49" fmla="*/ 140 h 165"/>
                <a:gd name="T50" fmla="*/ 148 w 166"/>
                <a:gd name="T51" fmla="*/ 40 h 165"/>
                <a:gd name="T52" fmla="*/ 149 w 166"/>
                <a:gd name="T53" fmla="*/ 40 h 165"/>
                <a:gd name="T54" fmla="*/ 151 w 166"/>
                <a:gd name="T55" fmla="*/ 41 h 165"/>
                <a:gd name="T56" fmla="*/ 151 w 166"/>
                <a:gd name="T57" fmla="*/ 61 h 165"/>
                <a:gd name="T58" fmla="*/ 61 w 166"/>
                <a:gd name="T59" fmla="*/ 150 h 165"/>
                <a:gd name="T60" fmla="*/ 61 w 166"/>
                <a:gd name="T61" fmla="*/ 162 h 165"/>
                <a:gd name="T62" fmla="*/ 67 w 166"/>
                <a:gd name="T63" fmla="*/ 165 h 165"/>
                <a:gd name="T64" fmla="*/ 73 w 166"/>
                <a:gd name="T65" fmla="*/ 162 h 165"/>
                <a:gd name="T66" fmla="*/ 164 w 166"/>
                <a:gd name="T67" fmla="*/ 71 h 165"/>
                <a:gd name="T68" fmla="*/ 164 w 166"/>
                <a:gd name="T69" fmla="*/ 71 h 165"/>
                <a:gd name="T70" fmla="*/ 166 w 166"/>
                <a:gd name="T71" fmla="*/ 65 h 165"/>
                <a:gd name="T72" fmla="*/ 166 w 166"/>
                <a:gd name="T73" fmla="*/ 37 h 165"/>
                <a:gd name="T74" fmla="*/ 163 w 166"/>
                <a:gd name="T75" fmla="*/ 3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6" h="165">
                  <a:moveTo>
                    <a:pt x="163" y="30"/>
                  </a:moveTo>
                  <a:cubicBezTo>
                    <a:pt x="134" y="1"/>
                    <a:pt x="134" y="1"/>
                    <a:pt x="134" y="1"/>
                  </a:cubicBezTo>
                  <a:cubicBezTo>
                    <a:pt x="133" y="0"/>
                    <a:pt x="130" y="0"/>
                    <a:pt x="127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7" y="0"/>
                    <a:pt x="96" y="0"/>
                    <a:pt x="94" y="2"/>
                  </a:cubicBezTo>
                  <a:cubicBezTo>
                    <a:pt x="3" y="93"/>
                    <a:pt x="3" y="93"/>
                    <a:pt x="3" y="93"/>
                  </a:cubicBezTo>
                  <a:cubicBezTo>
                    <a:pt x="0" y="96"/>
                    <a:pt x="0" y="101"/>
                    <a:pt x="3" y="105"/>
                  </a:cubicBezTo>
                  <a:cubicBezTo>
                    <a:pt x="5" y="106"/>
                    <a:pt x="7" y="107"/>
                    <a:pt x="9" y="107"/>
                  </a:cubicBezTo>
                  <a:cubicBezTo>
                    <a:pt x="11" y="107"/>
                    <a:pt x="14" y="106"/>
                    <a:pt x="15" y="104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25" y="15"/>
                    <a:pt x="125" y="15"/>
                    <a:pt x="125" y="15"/>
                  </a:cubicBezTo>
                  <a:cubicBezTo>
                    <a:pt x="126" y="16"/>
                    <a:pt x="126" y="16"/>
                    <a:pt x="126" y="16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25" y="117"/>
                    <a:pt x="25" y="117"/>
                    <a:pt x="25" y="117"/>
                  </a:cubicBezTo>
                  <a:cubicBezTo>
                    <a:pt x="24" y="118"/>
                    <a:pt x="24" y="121"/>
                    <a:pt x="25" y="123"/>
                  </a:cubicBezTo>
                  <a:cubicBezTo>
                    <a:pt x="26" y="124"/>
                    <a:pt x="27" y="124"/>
                    <a:pt x="29" y="124"/>
                  </a:cubicBezTo>
                  <a:cubicBezTo>
                    <a:pt x="30" y="124"/>
                    <a:pt x="31" y="124"/>
                    <a:pt x="32" y="1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1" y="23"/>
                    <a:pt x="131" y="23"/>
                    <a:pt x="132" y="23"/>
                  </a:cubicBezTo>
                  <a:cubicBezTo>
                    <a:pt x="143" y="34"/>
                    <a:pt x="143" y="34"/>
                    <a:pt x="143" y="34"/>
                  </a:cubicBezTo>
                  <a:cubicBezTo>
                    <a:pt x="142" y="34"/>
                    <a:pt x="142" y="34"/>
                    <a:pt x="142" y="34"/>
                  </a:cubicBezTo>
                  <a:cubicBezTo>
                    <a:pt x="42" y="134"/>
                    <a:pt x="42" y="134"/>
                    <a:pt x="42" y="134"/>
                  </a:cubicBezTo>
                  <a:cubicBezTo>
                    <a:pt x="41" y="135"/>
                    <a:pt x="41" y="138"/>
                    <a:pt x="42" y="140"/>
                  </a:cubicBezTo>
                  <a:cubicBezTo>
                    <a:pt x="43" y="141"/>
                    <a:pt x="44" y="141"/>
                    <a:pt x="45" y="141"/>
                  </a:cubicBezTo>
                  <a:cubicBezTo>
                    <a:pt x="47" y="141"/>
                    <a:pt x="48" y="141"/>
                    <a:pt x="49" y="140"/>
                  </a:cubicBezTo>
                  <a:cubicBezTo>
                    <a:pt x="148" y="40"/>
                    <a:pt x="148" y="40"/>
                    <a:pt x="148" y="40"/>
                  </a:cubicBezTo>
                  <a:cubicBezTo>
                    <a:pt x="148" y="40"/>
                    <a:pt x="149" y="40"/>
                    <a:pt x="149" y="40"/>
                  </a:cubicBezTo>
                  <a:cubicBezTo>
                    <a:pt x="151" y="41"/>
                    <a:pt x="151" y="41"/>
                    <a:pt x="151" y="41"/>
                  </a:cubicBezTo>
                  <a:cubicBezTo>
                    <a:pt x="151" y="61"/>
                    <a:pt x="151" y="61"/>
                    <a:pt x="151" y="61"/>
                  </a:cubicBezTo>
                  <a:cubicBezTo>
                    <a:pt x="61" y="150"/>
                    <a:pt x="61" y="150"/>
                    <a:pt x="61" y="150"/>
                  </a:cubicBezTo>
                  <a:cubicBezTo>
                    <a:pt x="58" y="153"/>
                    <a:pt x="58" y="159"/>
                    <a:pt x="61" y="162"/>
                  </a:cubicBezTo>
                  <a:cubicBezTo>
                    <a:pt x="63" y="164"/>
                    <a:pt x="65" y="165"/>
                    <a:pt x="67" y="165"/>
                  </a:cubicBezTo>
                  <a:cubicBezTo>
                    <a:pt x="69" y="165"/>
                    <a:pt x="71" y="164"/>
                    <a:pt x="73" y="162"/>
                  </a:cubicBezTo>
                  <a:cubicBezTo>
                    <a:pt x="164" y="71"/>
                    <a:pt x="164" y="71"/>
                    <a:pt x="164" y="71"/>
                  </a:cubicBezTo>
                  <a:cubicBezTo>
                    <a:pt x="164" y="71"/>
                    <a:pt x="164" y="71"/>
                    <a:pt x="164" y="71"/>
                  </a:cubicBezTo>
                  <a:cubicBezTo>
                    <a:pt x="166" y="69"/>
                    <a:pt x="166" y="67"/>
                    <a:pt x="166" y="65"/>
                  </a:cubicBezTo>
                  <a:cubicBezTo>
                    <a:pt x="166" y="37"/>
                    <a:pt x="166" y="37"/>
                    <a:pt x="166" y="37"/>
                  </a:cubicBezTo>
                  <a:cubicBezTo>
                    <a:pt x="166" y="34"/>
                    <a:pt x="165" y="32"/>
                    <a:pt x="163" y="3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6"/>
            <p:cNvSpPr/>
            <p:nvPr/>
          </p:nvSpPr>
          <p:spPr bwMode="auto">
            <a:xfrm>
              <a:off x="6350" y="214313"/>
              <a:ext cx="1403350" cy="969962"/>
            </a:xfrm>
            <a:custGeom>
              <a:avLst/>
              <a:gdLst>
                <a:gd name="T0" fmla="*/ 346 w 371"/>
                <a:gd name="T1" fmla="*/ 209 h 256"/>
                <a:gd name="T2" fmla="*/ 346 w 371"/>
                <a:gd name="T3" fmla="*/ 25 h 256"/>
                <a:gd name="T4" fmla="*/ 321 w 371"/>
                <a:gd name="T5" fmla="*/ 0 h 256"/>
                <a:gd name="T6" fmla="*/ 309 w 371"/>
                <a:gd name="T7" fmla="*/ 0 h 256"/>
                <a:gd name="T8" fmla="*/ 309 w 371"/>
                <a:gd name="T9" fmla="*/ 9 h 256"/>
                <a:gd name="T10" fmla="*/ 309 w 371"/>
                <a:gd name="T11" fmla="*/ 12 h 256"/>
                <a:gd name="T12" fmla="*/ 321 w 371"/>
                <a:gd name="T13" fmla="*/ 12 h 256"/>
                <a:gd name="T14" fmla="*/ 334 w 371"/>
                <a:gd name="T15" fmla="*/ 25 h 256"/>
                <a:gd name="T16" fmla="*/ 334 w 371"/>
                <a:gd name="T17" fmla="*/ 209 h 256"/>
                <a:gd name="T18" fmla="*/ 231 w 371"/>
                <a:gd name="T19" fmla="*/ 209 h 256"/>
                <a:gd name="T20" fmla="*/ 231 w 371"/>
                <a:gd name="T21" fmla="*/ 212 h 256"/>
                <a:gd name="T22" fmla="*/ 218 w 371"/>
                <a:gd name="T23" fmla="*/ 225 h 256"/>
                <a:gd name="T24" fmla="*/ 150 w 371"/>
                <a:gd name="T25" fmla="*/ 225 h 256"/>
                <a:gd name="T26" fmla="*/ 137 w 371"/>
                <a:gd name="T27" fmla="*/ 212 h 256"/>
                <a:gd name="T28" fmla="*/ 137 w 371"/>
                <a:gd name="T29" fmla="*/ 209 h 256"/>
                <a:gd name="T30" fmla="*/ 40 w 371"/>
                <a:gd name="T31" fmla="*/ 209 h 256"/>
                <a:gd name="T32" fmla="*/ 40 w 371"/>
                <a:gd name="T33" fmla="*/ 25 h 256"/>
                <a:gd name="T34" fmla="*/ 53 w 371"/>
                <a:gd name="T35" fmla="*/ 12 h 256"/>
                <a:gd name="T36" fmla="*/ 140 w 371"/>
                <a:gd name="T37" fmla="*/ 12 h 256"/>
                <a:gd name="T38" fmla="*/ 152 w 371"/>
                <a:gd name="T39" fmla="*/ 0 h 256"/>
                <a:gd name="T40" fmla="*/ 53 w 371"/>
                <a:gd name="T41" fmla="*/ 0 h 256"/>
                <a:gd name="T42" fmla="*/ 28 w 371"/>
                <a:gd name="T43" fmla="*/ 25 h 256"/>
                <a:gd name="T44" fmla="*/ 28 w 371"/>
                <a:gd name="T45" fmla="*/ 209 h 256"/>
                <a:gd name="T46" fmla="*/ 0 w 371"/>
                <a:gd name="T47" fmla="*/ 209 h 256"/>
                <a:gd name="T48" fmla="*/ 0 w 371"/>
                <a:gd name="T49" fmla="*/ 231 h 256"/>
                <a:gd name="T50" fmla="*/ 25 w 371"/>
                <a:gd name="T51" fmla="*/ 256 h 256"/>
                <a:gd name="T52" fmla="*/ 346 w 371"/>
                <a:gd name="T53" fmla="*/ 256 h 256"/>
                <a:gd name="T54" fmla="*/ 371 w 371"/>
                <a:gd name="T55" fmla="*/ 231 h 256"/>
                <a:gd name="T56" fmla="*/ 371 w 371"/>
                <a:gd name="T57" fmla="*/ 209 h 256"/>
                <a:gd name="T58" fmla="*/ 346 w 371"/>
                <a:gd name="T59" fmla="*/ 209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1" h="256">
                  <a:moveTo>
                    <a:pt x="346" y="209"/>
                  </a:moveTo>
                  <a:cubicBezTo>
                    <a:pt x="346" y="25"/>
                    <a:pt x="346" y="25"/>
                    <a:pt x="346" y="25"/>
                  </a:cubicBezTo>
                  <a:cubicBezTo>
                    <a:pt x="346" y="11"/>
                    <a:pt x="335" y="0"/>
                    <a:pt x="321" y="0"/>
                  </a:cubicBezTo>
                  <a:cubicBezTo>
                    <a:pt x="309" y="0"/>
                    <a:pt x="309" y="0"/>
                    <a:pt x="309" y="0"/>
                  </a:cubicBezTo>
                  <a:cubicBezTo>
                    <a:pt x="309" y="9"/>
                    <a:pt x="309" y="9"/>
                    <a:pt x="309" y="9"/>
                  </a:cubicBezTo>
                  <a:cubicBezTo>
                    <a:pt x="309" y="10"/>
                    <a:pt x="309" y="11"/>
                    <a:pt x="309" y="12"/>
                  </a:cubicBezTo>
                  <a:cubicBezTo>
                    <a:pt x="321" y="12"/>
                    <a:pt x="321" y="12"/>
                    <a:pt x="321" y="12"/>
                  </a:cubicBezTo>
                  <a:cubicBezTo>
                    <a:pt x="328" y="12"/>
                    <a:pt x="334" y="18"/>
                    <a:pt x="334" y="25"/>
                  </a:cubicBezTo>
                  <a:cubicBezTo>
                    <a:pt x="334" y="209"/>
                    <a:pt x="334" y="209"/>
                    <a:pt x="334" y="209"/>
                  </a:cubicBezTo>
                  <a:cubicBezTo>
                    <a:pt x="231" y="209"/>
                    <a:pt x="231" y="209"/>
                    <a:pt x="231" y="209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9"/>
                    <a:pt x="225" y="225"/>
                    <a:pt x="218" y="225"/>
                  </a:cubicBezTo>
                  <a:cubicBezTo>
                    <a:pt x="150" y="225"/>
                    <a:pt x="150" y="225"/>
                    <a:pt x="150" y="225"/>
                  </a:cubicBezTo>
                  <a:cubicBezTo>
                    <a:pt x="143" y="225"/>
                    <a:pt x="137" y="219"/>
                    <a:pt x="137" y="212"/>
                  </a:cubicBezTo>
                  <a:cubicBezTo>
                    <a:pt x="137" y="209"/>
                    <a:pt x="137" y="209"/>
                    <a:pt x="137" y="209"/>
                  </a:cubicBezTo>
                  <a:cubicBezTo>
                    <a:pt x="40" y="209"/>
                    <a:pt x="40" y="209"/>
                    <a:pt x="40" y="209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18"/>
                    <a:pt x="46" y="12"/>
                    <a:pt x="53" y="12"/>
                  </a:cubicBezTo>
                  <a:cubicBezTo>
                    <a:pt x="140" y="12"/>
                    <a:pt x="140" y="12"/>
                    <a:pt x="140" y="12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39" y="0"/>
                    <a:pt x="28" y="11"/>
                    <a:pt x="28" y="25"/>
                  </a:cubicBezTo>
                  <a:cubicBezTo>
                    <a:pt x="28" y="209"/>
                    <a:pt x="28" y="209"/>
                    <a:pt x="28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245"/>
                    <a:pt x="11" y="256"/>
                    <a:pt x="25" y="256"/>
                  </a:cubicBezTo>
                  <a:cubicBezTo>
                    <a:pt x="346" y="256"/>
                    <a:pt x="346" y="256"/>
                    <a:pt x="346" y="256"/>
                  </a:cubicBezTo>
                  <a:cubicBezTo>
                    <a:pt x="360" y="256"/>
                    <a:pt x="371" y="245"/>
                    <a:pt x="371" y="231"/>
                  </a:cubicBezTo>
                  <a:cubicBezTo>
                    <a:pt x="371" y="209"/>
                    <a:pt x="371" y="209"/>
                    <a:pt x="371" y="209"/>
                  </a:cubicBezTo>
                  <a:lnTo>
                    <a:pt x="346" y="2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369888" y="411163"/>
              <a:ext cx="339725" cy="333375"/>
            </a:xfrm>
            <a:custGeom>
              <a:avLst/>
              <a:gdLst>
                <a:gd name="T0" fmla="*/ 88 w 90"/>
                <a:gd name="T1" fmla="*/ 59 h 88"/>
                <a:gd name="T2" fmla="*/ 78 w 90"/>
                <a:gd name="T3" fmla="*/ 53 h 88"/>
                <a:gd name="T4" fmla="*/ 40 w 90"/>
                <a:gd name="T5" fmla="*/ 63 h 88"/>
                <a:gd name="T6" fmla="*/ 39 w 90"/>
                <a:gd name="T7" fmla="*/ 61 h 88"/>
                <a:gd name="T8" fmla="*/ 27 w 90"/>
                <a:gd name="T9" fmla="*/ 48 h 88"/>
                <a:gd name="T10" fmla="*/ 37 w 90"/>
                <a:gd name="T11" fmla="*/ 12 h 88"/>
                <a:gd name="T12" fmla="*/ 31 w 90"/>
                <a:gd name="T13" fmla="*/ 2 h 88"/>
                <a:gd name="T14" fmla="*/ 21 w 90"/>
                <a:gd name="T15" fmla="*/ 7 h 88"/>
                <a:gd name="T16" fmla="*/ 0 w 90"/>
                <a:gd name="T17" fmla="*/ 77 h 88"/>
                <a:gd name="T18" fmla="*/ 0 w 90"/>
                <a:gd name="T19" fmla="*/ 78 h 88"/>
                <a:gd name="T20" fmla="*/ 0 w 90"/>
                <a:gd name="T21" fmla="*/ 82 h 88"/>
                <a:gd name="T22" fmla="*/ 9 w 90"/>
                <a:gd name="T23" fmla="*/ 88 h 88"/>
                <a:gd name="T24" fmla="*/ 11 w 90"/>
                <a:gd name="T25" fmla="*/ 88 h 88"/>
                <a:gd name="T26" fmla="*/ 82 w 90"/>
                <a:gd name="T27" fmla="*/ 70 h 88"/>
                <a:gd name="T28" fmla="*/ 88 w 90"/>
                <a:gd name="T29" fmla="*/ 59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0" h="88">
                  <a:moveTo>
                    <a:pt x="88" y="59"/>
                  </a:moveTo>
                  <a:cubicBezTo>
                    <a:pt x="87" y="55"/>
                    <a:pt x="83" y="52"/>
                    <a:pt x="78" y="5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2"/>
                    <a:pt x="39" y="61"/>
                    <a:pt x="39" y="61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8" y="8"/>
                    <a:pt x="36" y="3"/>
                    <a:pt x="31" y="2"/>
                  </a:cubicBezTo>
                  <a:cubicBezTo>
                    <a:pt x="27" y="0"/>
                    <a:pt x="22" y="3"/>
                    <a:pt x="21" y="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8"/>
                    <a:pt x="0" y="78"/>
                  </a:cubicBezTo>
                  <a:cubicBezTo>
                    <a:pt x="0" y="79"/>
                    <a:pt x="0" y="80"/>
                    <a:pt x="0" y="82"/>
                  </a:cubicBezTo>
                  <a:cubicBezTo>
                    <a:pt x="1" y="85"/>
                    <a:pt x="5" y="88"/>
                    <a:pt x="9" y="88"/>
                  </a:cubicBezTo>
                  <a:cubicBezTo>
                    <a:pt x="9" y="88"/>
                    <a:pt x="10" y="88"/>
                    <a:pt x="11" y="88"/>
                  </a:cubicBezTo>
                  <a:cubicBezTo>
                    <a:pt x="82" y="70"/>
                    <a:pt x="82" y="70"/>
                    <a:pt x="82" y="70"/>
                  </a:cubicBezTo>
                  <a:cubicBezTo>
                    <a:pt x="87" y="68"/>
                    <a:pt x="90" y="64"/>
                    <a:pt x="88" y="5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723458" y="4489289"/>
            <a:ext cx="2354566" cy="1043597"/>
            <a:chOff x="1331170" y="4779449"/>
            <a:chExt cx="2354566" cy="1043597"/>
          </a:xfrm>
        </p:grpSpPr>
        <p:sp>
          <p:nvSpPr>
            <p:cNvPr id="26" name="文本框 25"/>
            <p:cNvSpPr txBox="1"/>
            <p:nvPr/>
          </p:nvSpPr>
          <p:spPr>
            <a:xfrm>
              <a:off x="1331170" y="4779449"/>
              <a:ext cx="17865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你的标题</a:t>
              </a:r>
              <a:endParaRPr lang="en-US" altLang="zh-CN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31170" y="5192104"/>
              <a:ext cx="2354566" cy="6309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800" spc="300" dirty="0"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800" spc="300" dirty="0"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点击输入本栏的具体文字，简明扼要的说明分项内容，此为概念图解。</a:t>
              </a:r>
              <a:endParaRPr lang="zh-CN" altLang="en-US" sz="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  <p:sp>
        <p:nvSpPr>
          <p:cNvPr id="28" name="Freeform 54"/>
          <p:cNvSpPr>
            <a:spLocks noEditPoints="1"/>
          </p:cNvSpPr>
          <p:nvPr/>
        </p:nvSpPr>
        <p:spPr bwMode="auto">
          <a:xfrm>
            <a:off x="4627140" y="4458751"/>
            <a:ext cx="436260" cy="445608"/>
          </a:xfrm>
          <a:custGeom>
            <a:avLst/>
            <a:gdLst>
              <a:gd name="T0" fmla="*/ 126 w 175"/>
              <a:gd name="T1" fmla="*/ 34 h 178"/>
              <a:gd name="T2" fmla="*/ 53 w 175"/>
              <a:gd name="T3" fmla="*/ 28 h 178"/>
              <a:gd name="T4" fmla="*/ 11 w 175"/>
              <a:gd name="T5" fmla="*/ 44 h 178"/>
              <a:gd name="T6" fmla="*/ 0 w 175"/>
              <a:gd name="T7" fmla="*/ 57 h 178"/>
              <a:gd name="T8" fmla="*/ 14 w 175"/>
              <a:gd name="T9" fmla="*/ 83 h 178"/>
              <a:gd name="T10" fmla="*/ 50 w 175"/>
              <a:gd name="T11" fmla="*/ 145 h 178"/>
              <a:gd name="T12" fmla="*/ 62 w 175"/>
              <a:gd name="T13" fmla="*/ 167 h 178"/>
              <a:gd name="T14" fmla="*/ 79 w 175"/>
              <a:gd name="T15" fmla="*/ 176 h 178"/>
              <a:gd name="T16" fmla="*/ 123 w 175"/>
              <a:gd name="T17" fmla="*/ 151 h 178"/>
              <a:gd name="T18" fmla="*/ 164 w 175"/>
              <a:gd name="T19" fmla="*/ 134 h 178"/>
              <a:gd name="T20" fmla="*/ 171 w 175"/>
              <a:gd name="T21" fmla="*/ 57 h 178"/>
              <a:gd name="T22" fmla="*/ 158 w 175"/>
              <a:gd name="T23" fmla="*/ 89 h 178"/>
              <a:gd name="T24" fmla="*/ 159 w 175"/>
              <a:gd name="T25" fmla="*/ 79 h 178"/>
              <a:gd name="T26" fmla="*/ 142 w 175"/>
              <a:gd name="T27" fmla="*/ 70 h 178"/>
              <a:gd name="T28" fmla="*/ 129 w 175"/>
              <a:gd name="T29" fmla="*/ 40 h 178"/>
              <a:gd name="T30" fmla="*/ 154 w 175"/>
              <a:gd name="T31" fmla="*/ 94 h 178"/>
              <a:gd name="T32" fmla="*/ 154 w 175"/>
              <a:gd name="T33" fmla="*/ 95 h 178"/>
              <a:gd name="T34" fmla="*/ 136 w 175"/>
              <a:gd name="T35" fmla="*/ 89 h 178"/>
              <a:gd name="T36" fmla="*/ 138 w 175"/>
              <a:gd name="T37" fmla="*/ 75 h 178"/>
              <a:gd name="T38" fmla="*/ 148 w 175"/>
              <a:gd name="T39" fmla="*/ 90 h 178"/>
              <a:gd name="T40" fmla="*/ 154 w 175"/>
              <a:gd name="T41" fmla="*/ 94 h 178"/>
              <a:gd name="T42" fmla="*/ 113 w 175"/>
              <a:gd name="T43" fmla="*/ 47 h 178"/>
              <a:gd name="T44" fmla="*/ 122 w 175"/>
              <a:gd name="T45" fmla="*/ 40 h 178"/>
              <a:gd name="T46" fmla="*/ 88 w 175"/>
              <a:gd name="T47" fmla="*/ 7 h 178"/>
              <a:gd name="T48" fmla="*/ 92 w 175"/>
              <a:gd name="T49" fmla="*/ 37 h 178"/>
              <a:gd name="T50" fmla="*/ 88 w 175"/>
              <a:gd name="T51" fmla="*/ 7 h 178"/>
              <a:gd name="T52" fmla="*/ 82 w 175"/>
              <a:gd name="T53" fmla="*/ 40 h 178"/>
              <a:gd name="T54" fmla="*/ 50 w 175"/>
              <a:gd name="T55" fmla="*/ 54 h 178"/>
              <a:gd name="T56" fmla="*/ 48 w 175"/>
              <a:gd name="T57" fmla="*/ 34 h 178"/>
              <a:gd name="T58" fmla="*/ 42 w 175"/>
              <a:gd name="T59" fmla="*/ 58 h 178"/>
              <a:gd name="T60" fmla="*/ 15 w 175"/>
              <a:gd name="T61" fmla="*/ 67 h 178"/>
              <a:gd name="T62" fmla="*/ 17 w 175"/>
              <a:gd name="T63" fmla="*/ 48 h 178"/>
              <a:gd name="T64" fmla="*/ 48 w 175"/>
              <a:gd name="T65" fmla="*/ 34 h 178"/>
              <a:gd name="T66" fmla="*/ 22 w 175"/>
              <a:gd name="T67" fmla="*/ 84 h 178"/>
              <a:gd name="T68" fmla="*/ 22 w 175"/>
              <a:gd name="T69" fmla="*/ 83 h 178"/>
              <a:gd name="T70" fmla="*/ 39 w 175"/>
              <a:gd name="T71" fmla="*/ 89 h 178"/>
              <a:gd name="T72" fmla="*/ 11 w 175"/>
              <a:gd name="T73" fmla="*/ 119 h 178"/>
              <a:gd name="T74" fmla="*/ 42 w 175"/>
              <a:gd name="T75" fmla="*/ 116 h 178"/>
              <a:gd name="T76" fmla="*/ 11 w 175"/>
              <a:gd name="T77" fmla="*/ 119 h 178"/>
              <a:gd name="T78" fmla="*/ 48 w 175"/>
              <a:gd name="T79" fmla="*/ 62 h 178"/>
              <a:gd name="T80" fmla="*/ 92 w 175"/>
              <a:gd name="T81" fmla="*/ 44 h 178"/>
              <a:gd name="T82" fmla="*/ 128 w 175"/>
              <a:gd name="T83" fmla="*/ 66 h 178"/>
              <a:gd name="T84" fmla="*/ 128 w 175"/>
              <a:gd name="T85" fmla="*/ 116 h 178"/>
              <a:gd name="T86" fmla="*/ 84 w 175"/>
              <a:gd name="T87" fmla="*/ 134 h 178"/>
              <a:gd name="T88" fmla="*/ 48 w 175"/>
              <a:gd name="T89" fmla="*/ 112 h 178"/>
              <a:gd name="T90" fmla="*/ 49 w 175"/>
              <a:gd name="T91" fmla="*/ 122 h 178"/>
              <a:gd name="T92" fmla="*/ 74 w 175"/>
              <a:gd name="T93" fmla="*/ 137 h 178"/>
              <a:gd name="T94" fmla="*/ 49 w 175"/>
              <a:gd name="T95" fmla="*/ 122 h 178"/>
              <a:gd name="T96" fmla="*/ 83 w 175"/>
              <a:gd name="T97" fmla="*/ 171 h 178"/>
              <a:gd name="T98" fmla="*/ 73 w 175"/>
              <a:gd name="T99" fmla="*/ 156 h 178"/>
              <a:gd name="T100" fmla="*/ 57 w 175"/>
              <a:gd name="T101" fmla="*/ 145 h 178"/>
              <a:gd name="T102" fmla="*/ 116 w 175"/>
              <a:gd name="T103" fmla="*/ 150 h 178"/>
              <a:gd name="T104" fmla="*/ 119 w 175"/>
              <a:gd name="T105" fmla="*/ 144 h 178"/>
              <a:gd name="T106" fmla="*/ 105 w 175"/>
              <a:gd name="T107" fmla="*/ 134 h 178"/>
              <a:gd name="T108" fmla="*/ 119 w 175"/>
              <a:gd name="T109" fmla="*/ 144 h 178"/>
              <a:gd name="T110" fmla="*/ 128 w 175"/>
              <a:gd name="T111" fmla="*/ 144 h 178"/>
              <a:gd name="T112" fmla="*/ 133 w 175"/>
              <a:gd name="T113" fmla="*/ 120 h 178"/>
              <a:gd name="T114" fmla="*/ 159 w 175"/>
              <a:gd name="T115" fmla="*/ 131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75" h="178">
                <a:moveTo>
                  <a:pt x="171" y="57"/>
                </a:moveTo>
                <a:cubicBezTo>
                  <a:pt x="165" y="43"/>
                  <a:pt x="149" y="35"/>
                  <a:pt x="126" y="34"/>
                </a:cubicBezTo>
                <a:cubicBezTo>
                  <a:pt x="117" y="13"/>
                  <a:pt x="104" y="0"/>
                  <a:pt x="88" y="0"/>
                </a:cubicBezTo>
                <a:cubicBezTo>
                  <a:pt x="74" y="0"/>
                  <a:pt x="61" y="11"/>
                  <a:pt x="53" y="28"/>
                </a:cubicBezTo>
                <a:cubicBezTo>
                  <a:pt x="51" y="28"/>
                  <a:pt x="50" y="27"/>
                  <a:pt x="48" y="27"/>
                </a:cubicBezTo>
                <a:cubicBezTo>
                  <a:pt x="31" y="27"/>
                  <a:pt x="18" y="33"/>
                  <a:pt x="11" y="44"/>
                </a:cubicBezTo>
                <a:cubicBezTo>
                  <a:pt x="11" y="45"/>
                  <a:pt x="11" y="45"/>
                  <a:pt x="10" y="46"/>
                </a:cubicBezTo>
                <a:cubicBezTo>
                  <a:pt x="5" y="46"/>
                  <a:pt x="0" y="51"/>
                  <a:pt x="0" y="57"/>
                </a:cubicBezTo>
                <a:cubicBezTo>
                  <a:pt x="0" y="62"/>
                  <a:pt x="4" y="67"/>
                  <a:pt x="9" y="68"/>
                </a:cubicBezTo>
                <a:cubicBezTo>
                  <a:pt x="10" y="73"/>
                  <a:pt x="11" y="78"/>
                  <a:pt x="14" y="83"/>
                </a:cubicBezTo>
                <a:cubicBezTo>
                  <a:pt x="4" y="96"/>
                  <a:pt x="1" y="110"/>
                  <a:pt x="5" y="121"/>
                </a:cubicBezTo>
                <a:cubicBezTo>
                  <a:pt x="10" y="135"/>
                  <a:pt x="27" y="144"/>
                  <a:pt x="50" y="145"/>
                </a:cubicBezTo>
                <a:cubicBezTo>
                  <a:pt x="53" y="153"/>
                  <a:pt x="57" y="159"/>
                  <a:pt x="62" y="165"/>
                </a:cubicBezTo>
                <a:cubicBezTo>
                  <a:pt x="62" y="166"/>
                  <a:pt x="62" y="166"/>
                  <a:pt x="62" y="167"/>
                </a:cubicBezTo>
                <a:cubicBezTo>
                  <a:pt x="62" y="173"/>
                  <a:pt x="67" y="178"/>
                  <a:pt x="73" y="178"/>
                </a:cubicBezTo>
                <a:cubicBezTo>
                  <a:pt x="75" y="178"/>
                  <a:pt x="77" y="177"/>
                  <a:pt x="79" y="176"/>
                </a:cubicBezTo>
                <a:cubicBezTo>
                  <a:pt x="82" y="178"/>
                  <a:pt x="85" y="178"/>
                  <a:pt x="88" y="178"/>
                </a:cubicBezTo>
                <a:cubicBezTo>
                  <a:pt x="102" y="178"/>
                  <a:pt x="114" y="168"/>
                  <a:pt x="123" y="151"/>
                </a:cubicBezTo>
                <a:cubicBezTo>
                  <a:pt x="125" y="151"/>
                  <a:pt x="126" y="151"/>
                  <a:pt x="128" y="151"/>
                </a:cubicBezTo>
                <a:cubicBezTo>
                  <a:pt x="145" y="151"/>
                  <a:pt x="158" y="145"/>
                  <a:pt x="164" y="134"/>
                </a:cubicBezTo>
                <a:cubicBezTo>
                  <a:pt x="171" y="124"/>
                  <a:pt x="170" y="110"/>
                  <a:pt x="162" y="95"/>
                </a:cubicBezTo>
                <a:cubicBezTo>
                  <a:pt x="172" y="82"/>
                  <a:pt x="175" y="68"/>
                  <a:pt x="171" y="57"/>
                </a:cubicBezTo>
                <a:close/>
                <a:moveTo>
                  <a:pt x="165" y="59"/>
                </a:moveTo>
                <a:cubicBezTo>
                  <a:pt x="168" y="68"/>
                  <a:pt x="166" y="79"/>
                  <a:pt x="158" y="89"/>
                </a:cubicBezTo>
                <a:cubicBezTo>
                  <a:pt x="158" y="89"/>
                  <a:pt x="157" y="88"/>
                  <a:pt x="156" y="87"/>
                </a:cubicBezTo>
                <a:cubicBezTo>
                  <a:pt x="158" y="85"/>
                  <a:pt x="159" y="82"/>
                  <a:pt x="159" y="79"/>
                </a:cubicBezTo>
                <a:cubicBezTo>
                  <a:pt x="159" y="73"/>
                  <a:pt x="155" y="68"/>
                  <a:pt x="148" y="68"/>
                </a:cubicBezTo>
                <a:cubicBezTo>
                  <a:pt x="146" y="68"/>
                  <a:pt x="144" y="69"/>
                  <a:pt x="142" y="70"/>
                </a:cubicBezTo>
                <a:cubicBezTo>
                  <a:pt x="140" y="68"/>
                  <a:pt x="137" y="65"/>
                  <a:pt x="134" y="63"/>
                </a:cubicBezTo>
                <a:cubicBezTo>
                  <a:pt x="133" y="55"/>
                  <a:pt x="131" y="47"/>
                  <a:pt x="129" y="40"/>
                </a:cubicBezTo>
                <a:cubicBezTo>
                  <a:pt x="147" y="42"/>
                  <a:pt x="161" y="49"/>
                  <a:pt x="165" y="59"/>
                </a:cubicBezTo>
                <a:close/>
                <a:moveTo>
                  <a:pt x="154" y="94"/>
                </a:moveTo>
                <a:cubicBezTo>
                  <a:pt x="154" y="94"/>
                  <a:pt x="154" y="94"/>
                  <a:pt x="154" y="95"/>
                </a:cubicBezTo>
                <a:cubicBezTo>
                  <a:pt x="154" y="95"/>
                  <a:pt x="154" y="95"/>
                  <a:pt x="154" y="95"/>
                </a:cubicBezTo>
                <a:cubicBezTo>
                  <a:pt x="148" y="101"/>
                  <a:pt x="142" y="107"/>
                  <a:pt x="135" y="112"/>
                </a:cubicBezTo>
                <a:cubicBezTo>
                  <a:pt x="136" y="104"/>
                  <a:pt x="136" y="97"/>
                  <a:pt x="136" y="89"/>
                </a:cubicBezTo>
                <a:cubicBezTo>
                  <a:pt x="136" y="83"/>
                  <a:pt x="136" y="78"/>
                  <a:pt x="136" y="72"/>
                </a:cubicBezTo>
                <a:cubicBezTo>
                  <a:pt x="136" y="73"/>
                  <a:pt x="137" y="74"/>
                  <a:pt x="138" y="75"/>
                </a:cubicBezTo>
                <a:cubicBezTo>
                  <a:pt x="138" y="76"/>
                  <a:pt x="137" y="78"/>
                  <a:pt x="137" y="79"/>
                </a:cubicBezTo>
                <a:cubicBezTo>
                  <a:pt x="137" y="85"/>
                  <a:pt x="142" y="90"/>
                  <a:pt x="148" y="90"/>
                </a:cubicBezTo>
                <a:cubicBezTo>
                  <a:pt x="149" y="90"/>
                  <a:pt x="150" y="90"/>
                  <a:pt x="151" y="90"/>
                </a:cubicBezTo>
                <a:cubicBezTo>
                  <a:pt x="152" y="91"/>
                  <a:pt x="153" y="93"/>
                  <a:pt x="154" y="94"/>
                </a:cubicBezTo>
                <a:close/>
                <a:moveTo>
                  <a:pt x="127" y="57"/>
                </a:moveTo>
                <a:cubicBezTo>
                  <a:pt x="122" y="54"/>
                  <a:pt x="118" y="50"/>
                  <a:pt x="113" y="47"/>
                </a:cubicBezTo>
                <a:cubicBezTo>
                  <a:pt x="109" y="45"/>
                  <a:pt x="106" y="44"/>
                  <a:pt x="102" y="42"/>
                </a:cubicBezTo>
                <a:cubicBezTo>
                  <a:pt x="109" y="41"/>
                  <a:pt x="115" y="40"/>
                  <a:pt x="122" y="40"/>
                </a:cubicBezTo>
                <a:cubicBezTo>
                  <a:pt x="124" y="45"/>
                  <a:pt x="125" y="51"/>
                  <a:pt x="127" y="57"/>
                </a:cubicBezTo>
                <a:close/>
                <a:moveTo>
                  <a:pt x="88" y="7"/>
                </a:moveTo>
                <a:cubicBezTo>
                  <a:pt x="100" y="7"/>
                  <a:pt x="111" y="17"/>
                  <a:pt x="119" y="34"/>
                </a:cubicBezTo>
                <a:cubicBezTo>
                  <a:pt x="110" y="34"/>
                  <a:pt x="101" y="35"/>
                  <a:pt x="92" y="37"/>
                </a:cubicBezTo>
                <a:cubicBezTo>
                  <a:pt x="81" y="33"/>
                  <a:pt x="70" y="30"/>
                  <a:pt x="60" y="28"/>
                </a:cubicBezTo>
                <a:cubicBezTo>
                  <a:pt x="67" y="15"/>
                  <a:pt x="77" y="7"/>
                  <a:pt x="88" y="7"/>
                </a:cubicBezTo>
                <a:close/>
                <a:moveTo>
                  <a:pt x="57" y="34"/>
                </a:moveTo>
                <a:cubicBezTo>
                  <a:pt x="65" y="35"/>
                  <a:pt x="73" y="37"/>
                  <a:pt x="82" y="40"/>
                </a:cubicBezTo>
                <a:cubicBezTo>
                  <a:pt x="78" y="41"/>
                  <a:pt x="74" y="43"/>
                  <a:pt x="71" y="44"/>
                </a:cubicBezTo>
                <a:cubicBezTo>
                  <a:pt x="63" y="47"/>
                  <a:pt x="56" y="50"/>
                  <a:pt x="50" y="54"/>
                </a:cubicBezTo>
                <a:cubicBezTo>
                  <a:pt x="52" y="47"/>
                  <a:pt x="54" y="40"/>
                  <a:pt x="57" y="34"/>
                </a:cubicBezTo>
                <a:close/>
                <a:moveTo>
                  <a:pt x="48" y="34"/>
                </a:moveTo>
                <a:cubicBezTo>
                  <a:pt x="49" y="34"/>
                  <a:pt x="49" y="34"/>
                  <a:pt x="50" y="34"/>
                </a:cubicBezTo>
                <a:cubicBezTo>
                  <a:pt x="47" y="41"/>
                  <a:pt x="44" y="49"/>
                  <a:pt x="42" y="58"/>
                </a:cubicBezTo>
                <a:cubicBezTo>
                  <a:pt x="33" y="64"/>
                  <a:pt x="25" y="71"/>
                  <a:pt x="19" y="78"/>
                </a:cubicBezTo>
                <a:cubicBezTo>
                  <a:pt x="17" y="74"/>
                  <a:pt x="16" y="71"/>
                  <a:pt x="15" y="67"/>
                </a:cubicBezTo>
                <a:cubicBezTo>
                  <a:pt x="19" y="66"/>
                  <a:pt x="22" y="62"/>
                  <a:pt x="22" y="57"/>
                </a:cubicBezTo>
                <a:cubicBezTo>
                  <a:pt x="22" y="53"/>
                  <a:pt x="20" y="50"/>
                  <a:pt x="17" y="48"/>
                </a:cubicBezTo>
                <a:cubicBezTo>
                  <a:pt x="17" y="47"/>
                  <a:pt x="17" y="47"/>
                  <a:pt x="17" y="47"/>
                </a:cubicBezTo>
                <a:cubicBezTo>
                  <a:pt x="22" y="39"/>
                  <a:pt x="33" y="34"/>
                  <a:pt x="48" y="34"/>
                </a:cubicBezTo>
                <a:close/>
                <a:moveTo>
                  <a:pt x="40" y="106"/>
                </a:moveTo>
                <a:cubicBezTo>
                  <a:pt x="33" y="99"/>
                  <a:pt x="27" y="92"/>
                  <a:pt x="22" y="84"/>
                </a:cubicBezTo>
                <a:cubicBezTo>
                  <a:pt x="22" y="84"/>
                  <a:pt x="22" y="84"/>
                  <a:pt x="22" y="84"/>
                </a:cubicBezTo>
                <a:cubicBezTo>
                  <a:pt x="22" y="84"/>
                  <a:pt x="22" y="83"/>
                  <a:pt x="22" y="83"/>
                </a:cubicBezTo>
                <a:cubicBezTo>
                  <a:pt x="27" y="77"/>
                  <a:pt x="34" y="72"/>
                  <a:pt x="41" y="67"/>
                </a:cubicBezTo>
                <a:cubicBezTo>
                  <a:pt x="40" y="74"/>
                  <a:pt x="39" y="81"/>
                  <a:pt x="39" y="89"/>
                </a:cubicBezTo>
                <a:cubicBezTo>
                  <a:pt x="39" y="95"/>
                  <a:pt x="40" y="101"/>
                  <a:pt x="40" y="106"/>
                </a:cubicBezTo>
                <a:close/>
                <a:moveTo>
                  <a:pt x="11" y="119"/>
                </a:moveTo>
                <a:cubicBezTo>
                  <a:pt x="8" y="110"/>
                  <a:pt x="10" y="100"/>
                  <a:pt x="18" y="89"/>
                </a:cubicBezTo>
                <a:cubicBezTo>
                  <a:pt x="24" y="98"/>
                  <a:pt x="32" y="107"/>
                  <a:pt x="42" y="116"/>
                </a:cubicBezTo>
                <a:cubicBezTo>
                  <a:pt x="43" y="124"/>
                  <a:pt x="45" y="131"/>
                  <a:pt x="47" y="138"/>
                </a:cubicBezTo>
                <a:cubicBezTo>
                  <a:pt x="29" y="137"/>
                  <a:pt x="15" y="130"/>
                  <a:pt x="11" y="119"/>
                </a:cubicBezTo>
                <a:close/>
                <a:moveTo>
                  <a:pt x="46" y="89"/>
                </a:moveTo>
                <a:cubicBezTo>
                  <a:pt x="46" y="80"/>
                  <a:pt x="47" y="71"/>
                  <a:pt x="48" y="62"/>
                </a:cubicBezTo>
                <a:cubicBezTo>
                  <a:pt x="56" y="57"/>
                  <a:pt x="64" y="53"/>
                  <a:pt x="73" y="50"/>
                </a:cubicBezTo>
                <a:cubicBezTo>
                  <a:pt x="79" y="47"/>
                  <a:pt x="85" y="46"/>
                  <a:pt x="92" y="44"/>
                </a:cubicBezTo>
                <a:cubicBezTo>
                  <a:pt x="98" y="47"/>
                  <a:pt x="104" y="50"/>
                  <a:pt x="109" y="53"/>
                </a:cubicBezTo>
                <a:cubicBezTo>
                  <a:pt x="116" y="57"/>
                  <a:pt x="123" y="61"/>
                  <a:pt x="128" y="66"/>
                </a:cubicBezTo>
                <a:cubicBezTo>
                  <a:pt x="129" y="73"/>
                  <a:pt x="130" y="81"/>
                  <a:pt x="130" y="89"/>
                </a:cubicBezTo>
                <a:cubicBezTo>
                  <a:pt x="130" y="99"/>
                  <a:pt x="129" y="108"/>
                  <a:pt x="128" y="116"/>
                </a:cubicBezTo>
                <a:cubicBezTo>
                  <a:pt x="120" y="121"/>
                  <a:pt x="112" y="125"/>
                  <a:pt x="103" y="128"/>
                </a:cubicBezTo>
                <a:cubicBezTo>
                  <a:pt x="97" y="131"/>
                  <a:pt x="91" y="133"/>
                  <a:pt x="84" y="134"/>
                </a:cubicBezTo>
                <a:cubicBezTo>
                  <a:pt x="78" y="132"/>
                  <a:pt x="72" y="129"/>
                  <a:pt x="67" y="125"/>
                </a:cubicBezTo>
                <a:cubicBezTo>
                  <a:pt x="60" y="121"/>
                  <a:pt x="53" y="117"/>
                  <a:pt x="48" y="112"/>
                </a:cubicBezTo>
                <a:cubicBezTo>
                  <a:pt x="46" y="105"/>
                  <a:pt x="46" y="97"/>
                  <a:pt x="46" y="89"/>
                </a:cubicBezTo>
                <a:close/>
                <a:moveTo>
                  <a:pt x="49" y="122"/>
                </a:moveTo>
                <a:cubicBezTo>
                  <a:pt x="54" y="125"/>
                  <a:pt x="58" y="128"/>
                  <a:pt x="63" y="131"/>
                </a:cubicBezTo>
                <a:cubicBezTo>
                  <a:pt x="67" y="133"/>
                  <a:pt x="70" y="135"/>
                  <a:pt x="74" y="137"/>
                </a:cubicBezTo>
                <a:cubicBezTo>
                  <a:pt x="67" y="138"/>
                  <a:pt x="61" y="138"/>
                  <a:pt x="54" y="138"/>
                </a:cubicBezTo>
                <a:cubicBezTo>
                  <a:pt x="52" y="133"/>
                  <a:pt x="51" y="128"/>
                  <a:pt x="49" y="122"/>
                </a:cubicBezTo>
                <a:close/>
                <a:moveTo>
                  <a:pt x="88" y="172"/>
                </a:moveTo>
                <a:cubicBezTo>
                  <a:pt x="86" y="172"/>
                  <a:pt x="85" y="172"/>
                  <a:pt x="83" y="171"/>
                </a:cubicBezTo>
                <a:cubicBezTo>
                  <a:pt x="84" y="170"/>
                  <a:pt x="84" y="168"/>
                  <a:pt x="84" y="167"/>
                </a:cubicBezTo>
                <a:cubicBezTo>
                  <a:pt x="84" y="161"/>
                  <a:pt x="79" y="156"/>
                  <a:pt x="73" y="156"/>
                </a:cubicBezTo>
                <a:cubicBezTo>
                  <a:pt x="70" y="156"/>
                  <a:pt x="68" y="157"/>
                  <a:pt x="66" y="159"/>
                </a:cubicBezTo>
                <a:cubicBezTo>
                  <a:pt x="62" y="155"/>
                  <a:pt x="59" y="150"/>
                  <a:pt x="57" y="145"/>
                </a:cubicBezTo>
                <a:cubicBezTo>
                  <a:pt x="65" y="144"/>
                  <a:pt x="75" y="143"/>
                  <a:pt x="84" y="141"/>
                </a:cubicBezTo>
                <a:cubicBezTo>
                  <a:pt x="95" y="146"/>
                  <a:pt x="106" y="149"/>
                  <a:pt x="116" y="150"/>
                </a:cubicBezTo>
                <a:cubicBezTo>
                  <a:pt x="109" y="163"/>
                  <a:pt x="99" y="172"/>
                  <a:pt x="88" y="172"/>
                </a:cubicBezTo>
                <a:close/>
                <a:moveTo>
                  <a:pt x="119" y="144"/>
                </a:moveTo>
                <a:cubicBezTo>
                  <a:pt x="111" y="143"/>
                  <a:pt x="103" y="141"/>
                  <a:pt x="94" y="138"/>
                </a:cubicBezTo>
                <a:cubicBezTo>
                  <a:pt x="98" y="137"/>
                  <a:pt x="102" y="136"/>
                  <a:pt x="105" y="134"/>
                </a:cubicBezTo>
                <a:cubicBezTo>
                  <a:pt x="113" y="132"/>
                  <a:pt x="119" y="128"/>
                  <a:pt x="126" y="125"/>
                </a:cubicBezTo>
                <a:cubicBezTo>
                  <a:pt x="124" y="132"/>
                  <a:pt x="122" y="138"/>
                  <a:pt x="119" y="144"/>
                </a:cubicBezTo>
                <a:close/>
                <a:moveTo>
                  <a:pt x="159" y="131"/>
                </a:moveTo>
                <a:cubicBezTo>
                  <a:pt x="154" y="140"/>
                  <a:pt x="143" y="144"/>
                  <a:pt x="128" y="144"/>
                </a:cubicBezTo>
                <a:cubicBezTo>
                  <a:pt x="127" y="144"/>
                  <a:pt x="127" y="144"/>
                  <a:pt x="126" y="144"/>
                </a:cubicBezTo>
                <a:cubicBezTo>
                  <a:pt x="129" y="137"/>
                  <a:pt x="132" y="129"/>
                  <a:pt x="133" y="120"/>
                </a:cubicBezTo>
                <a:cubicBezTo>
                  <a:pt x="143" y="114"/>
                  <a:pt x="151" y="108"/>
                  <a:pt x="157" y="101"/>
                </a:cubicBezTo>
                <a:cubicBezTo>
                  <a:pt x="163" y="113"/>
                  <a:pt x="164" y="123"/>
                  <a:pt x="159" y="131"/>
                </a:cubicBezTo>
                <a:close/>
              </a:path>
            </a:pathLst>
          </a:custGeom>
          <a:solidFill>
            <a:srgbClr val="74C7B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5341711" y="4512278"/>
            <a:ext cx="2354566" cy="1043597"/>
            <a:chOff x="1331170" y="4779449"/>
            <a:chExt cx="2354566" cy="1043597"/>
          </a:xfrm>
        </p:grpSpPr>
        <p:sp>
          <p:nvSpPr>
            <p:cNvPr id="30" name="文本框 29"/>
            <p:cNvSpPr txBox="1"/>
            <p:nvPr/>
          </p:nvSpPr>
          <p:spPr>
            <a:xfrm>
              <a:off x="1331170" y="4779449"/>
              <a:ext cx="17865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你的标题</a:t>
              </a:r>
              <a:endParaRPr lang="en-US" altLang="zh-CN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1331170" y="5192104"/>
              <a:ext cx="2354566" cy="6309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800" spc="300" dirty="0"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800" spc="300" dirty="0"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点击输入本栏的具体文字，简明扼要的说明分项内容，此为概念图解。</a:t>
              </a:r>
              <a:endParaRPr lang="zh-CN" altLang="en-US" sz="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  <p:sp>
        <p:nvSpPr>
          <p:cNvPr id="32" name="Freeform 97"/>
          <p:cNvSpPr>
            <a:spLocks noEditPoints="1"/>
          </p:cNvSpPr>
          <p:nvPr/>
        </p:nvSpPr>
        <p:spPr bwMode="auto">
          <a:xfrm>
            <a:off x="8220202" y="4458751"/>
            <a:ext cx="485717" cy="412284"/>
          </a:xfrm>
          <a:custGeom>
            <a:avLst/>
            <a:gdLst>
              <a:gd name="T0" fmla="*/ 212 w 250"/>
              <a:gd name="T1" fmla="*/ 5 h 212"/>
              <a:gd name="T2" fmla="*/ 48 w 250"/>
              <a:gd name="T3" fmla="*/ 0 h 212"/>
              <a:gd name="T4" fmla="*/ 2 w 250"/>
              <a:gd name="T5" fmla="*/ 71 h 212"/>
              <a:gd name="T6" fmla="*/ 94 w 250"/>
              <a:gd name="T7" fmla="*/ 207 h 212"/>
              <a:gd name="T8" fmla="*/ 147 w 250"/>
              <a:gd name="T9" fmla="*/ 212 h 212"/>
              <a:gd name="T10" fmla="*/ 248 w 250"/>
              <a:gd name="T11" fmla="*/ 82 h 212"/>
              <a:gd name="T12" fmla="*/ 230 w 250"/>
              <a:gd name="T13" fmla="*/ 69 h 212"/>
              <a:gd name="T14" fmla="*/ 186 w 250"/>
              <a:gd name="T15" fmla="*/ 69 h 212"/>
              <a:gd name="T16" fmla="*/ 204 w 250"/>
              <a:gd name="T17" fmla="*/ 20 h 212"/>
              <a:gd name="T18" fmla="*/ 230 w 250"/>
              <a:gd name="T19" fmla="*/ 69 h 212"/>
              <a:gd name="T20" fmla="*/ 87 w 250"/>
              <a:gd name="T21" fmla="*/ 69 h 212"/>
              <a:gd name="T22" fmla="*/ 121 w 250"/>
              <a:gd name="T23" fmla="*/ 14 h 212"/>
              <a:gd name="T24" fmla="*/ 127 w 250"/>
              <a:gd name="T25" fmla="*/ 14 h 212"/>
              <a:gd name="T26" fmla="*/ 162 w 250"/>
              <a:gd name="T27" fmla="*/ 69 h 212"/>
              <a:gd name="T28" fmla="*/ 145 w 250"/>
              <a:gd name="T29" fmla="*/ 14 h 212"/>
              <a:gd name="T30" fmla="*/ 190 w 250"/>
              <a:gd name="T31" fmla="*/ 14 h 212"/>
              <a:gd name="T32" fmla="*/ 173 w 250"/>
              <a:gd name="T33" fmla="*/ 60 h 212"/>
              <a:gd name="T34" fmla="*/ 145 w 250"/>
              <a:gd name="T35" fmla="*/ 14 h 212"/>
              <a:gd name="T36" fmla="*/ 59 w 250"/>
              <a:gd name="T37" fmla="*/ 15 h 212"/>
              <a:gd name="T38" fmla="*/ 104 w 250"/>
              <a:gd name="T39" fmla="*/ 14 h 212"/>
              <a:gd name="T40" fmla="*/ 76 w 250"/>
              <a:gd name="T41" fmla="*/ 59 h 212"/>
              <a:gd name="T42" fmla="*/ 166 w 250"/>
              <a:gd name="T43" fmla="*/ 83 h 212"/>
              <a:gd name="T44" fmla="*/ 128 w 250"/>
              <a:gd name="T45" fmla="*/ 198 h 212"/>
              <a:gd name="T46" fmla="*/ 122 w 250"/>
              <a:gd name="T47" fmla="*/ 198 h 212"/>
              <a:gd name="T48" fmla="*/ 83 w 250"/>
              <a:gd name="T49" fmla="*/ 84 h 212"/>
              <a:gd name="T50" fmla="*/ 166 w 250"/>
              <a:gd name="T51" fmla="*/ 83 h 212"/>
              <a:gd name="T52" fmla="*/ 63 w 250"/>
              <a:gd name="T53" fmla="*/ 68 h 212"/>
              <a:gd name="T54" fmla="*/ 20 w 250"/>
              <a:gd name="T55" fmla="*/ 69 h 212"/>
              <a:gd name="T56" fmla="*/ 46 w 250"/>
              <a:gd name="T57" fmla="*/ 21 h 212"/>
              <a:gd name="T58" fmla="*/ 22 w 250"/>
              <a:gd name="T59" fmla="*/ 83 h 212"/>
              <a:gd name="T60" fmla="*/ 68 w 250"/>
              <a:gd name="T61" fmla="*/ 84 h 212"/>
              <a:gd name="T62" fmla="*/ 106 w 250"/>
              <a:gd name="T63" fmla="*/ 198 h 212"/>
              <a:gd name="T64" fmla="*/ 104 w 250"/>
              <a:gd name="T65" fmla="*/ 197 h 212"/>
              <a:gd name="T66" fmla="*/ 22 w 250"/>
              <a:gd name="T67" fmla="*/ 83 h 212"/>
              <a:gd name="T68" fmla="*/ 143 w 250"/>
              <a:gd name="T69" fmla="*/ 198 h 212"/>
              <a:gd name="T70" fmla="*/ 181 w 250"/>
              <a:gd name="T71" fmla="*/ 84 h 212"/>
              <a:gd name="T72" fmla="*/ 229 w 250"/>
              <a:gd name="T73" fmla="*/ 83 h 212"/>
              <a:gd name="T74" fmla="*/ 146 w 250"/>
              <a:gd name="T75" fmla="*/ 198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50" h="212">
                <a:moveTo>
                  <a:pt x="248" y="71"/>
                </a:moveTo>
                <a:cubicBezTo>
                  <a:pt x="212" y="5"/>
                  <a:pt x="212" y="5"/>
                  <a:pt x="212" y="5"/>
                </a:cubicBezTo>
                <a:cubicBezTo>
                  <a:pt x="210" y="2"/>
                  <a:pt x="206" y="0"/>
                  <a:pt x="202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5" y="0"/>
                  <a:pt x="41" y="2"/>
                  <a:pt x="39" y="5"/>
                </a:cubicBezTo>
                <a:cubicBezTo>
                  <a:pt x="2" y="71"/>
                  <a:pt x="2" y="71"/>
                  <a:pt x="2" y="71"/>
                </a:cubicBezTo>
                <a:cubicBezTo>
                  <a:pt x="0" y="74"/>
                  <a:pt x="0" y="79"/>
                  <a:pt x="3" y="82"/>
                </a:cubicBezTo>
                <a:cubicBezTo>
                  <a:pt x="94" y="207"/>
                  <a:pt x="94" y="207"/>
                  <a:pt x="94" y="207"/>
                </a:cubicBezTo>
                <a:cubicBezTo>
                  <a:pt x="96" y="210"/>
                  <a:pt x="100" y="212"/>
                  <a:pt x="103" y="212"/>
                </a:cubicBezTo>
                <a:cubicBezTo>
                  <a:pt x="147" y="212"/>
                  <a:pt x="147" y="212"/>
                  <a:pt x="147" y="212"/>
                </a:cubicBezTo>
                <a:cubicBezTo>
                  <a:pt x="151" y="212"/>
                  <a:pt x="154" y="210"/>
                  <a:pt x="157" y="207"/>
                </a:cubicBezTo>
                <a:cubicBezTo>
                  <a:pt x="248" y="82"/>
                  <a:pt x="248" y="82"/>
                  <a:pt x="248" y="82"/>
                </a:cubicBezTo>
                <a:cubicBezTo>
                  <a:pt x="250" y="79"/>
                  <a:pt x="250" y="74"/>
                  <a:pt x="248" y="71"/>
                </a:cubicBezTo>
                <a:close/>
                <a:moveTo>
                  <a:pt x="230" y="69"/>
                </a:moveTo>
                <a:cubicBezTo>
                  <a:pt x="219" y="69"/>
                  <a:pt x="198" y="69"/>
                  <a:pt x="187" y="69"/>
                </a:cubicBezTo>
                <a:cubicBezTo>
                  <a:pt x="186" y="69"/>
                  <a:pt x="186" y="69"/>
                  <a:pt x="186" y="69"/>
                </a:cubicBezTo>
                <a:cubicBezTo>
                  <a:pt x="203" y="20"/>
                  <a:pt x="203" y="20"/>
                  <a:pt x="203" y="20"/>
                </a:cubicBezTo>
                <a:cubicBezTo>
                  <a:pt x="203" y="20"/>
                  <a:pt x="204" y="19"/>
                  <a:pt x="204" y="20"/>
                </a:cubicBezTo>
                <a:cubicBezTo>
                  <a:pt x="211" y="32"/>
                  <a:pt x="228" y="63"/>
                  <a:pt x="231" y="68"/>
                </a:cubicBezTo>
                <a:cubicBezTo>
                  <a:pt x="231" y="69"/>
                  <a:pt x="231" y="69"/>
                  <a:pt x="230" y="69"/>
                </a:cubicBezTo>
                <a:close/>
                <a:moveTo>
                  <a:pt x="161" y="69"/>
                </a:moveTo>
                <a:cubicBezTo>
                  <a:pt x="143" y="69"/>
                  <a:pt x="106" y="69"/>
                  <a:pt x="87" y="69"/>
                </a:cubicBezTo>
                <a:cubicBezTo>
                  <a:pt x="86" y="69"/>
                  <a:pt x="86" y="68"/>
                  <a:pt x="86" y="68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1" y="14"/>
                  <a:pt x="121" y="14"/>
                  <a:pt x="122" y="14"/>
                </a:cubicBezTo>
                <a:cubicBezTo>
                  <a:pt x="123" y="14"/>
                  <a:pt x="126" y="14"/>
                  <a:pt x="127" y="14"/>
                </a:cubicBezTo>
                <a:cubicBezTo>
                  <a:pt x="128" y="14"/>
                  <a:pt x="128" y="14"/>
                  <a:pt x="128" y="14"/>
                </a:cubicBezTo>
                <a:cubicBezTo>
                  <a:pt x="162" y="69"/>
                  <a:pt x="162" y="69"/>
                  <a:pt x="162" y="69"/>
                </a:cubicBezTo>
                <a:cubicBezTo>
                  <a:pt x="162" y="69"/>
                  <a:pt x="163" y="69"/>
                  <a:pt x="161" y="69"/>
                </a:cubicBezTo>
                <a:close/>
                <a:moveTo>
                  <a:pt x="145" y="14"/>
                </a:moveTo>
                <a:cubicBezTo>
                  <a:pt x="155" y="14"/>
                  <a:pt x="185" y="14"/>
                  <a:pt x="190" y="14"/>
                </a:cubicBezTo>
                <a:cubicBezTo>
                  <a:pt x="190" y="14"/>
                  <a:pt x="190" y="14"/>
                  <a:pt x="190" y="14"/>
                </a:cubicBezTo>
                <a:cubicBezTo>
                  <a:pt x="190" y="14"/>
                  <a:pt x="179" y="48"/>
                  <a:pt x="175" y="60"/>
                </a:cubicBezTo>
                <a:cubicBezTo>
                  <a:pt x="174" y="61"/>
                  <a:pt x="173" y="60"/>
                  <a:pt x="173" y="60"/>
                </a:cubicBezTo>
                <a:cubicBezTo>
                  <a:pt x="144" y="14"/>
                  <a:pt x="144" y="14"/>
                  <a:pt x="144" y="14"/>
                </a:cubicBezTo>
                <a:cubicBezTo>
                  <a:pt x="144" y="14"/>
                  <a:pt x="144" y="14"/>
                  <a:pt x="145" y="14"/>
                </a:cubicBezTo>
                <a:close/>
                <a:moveTo>
                  <a:pt x="74" y="59"/>
                </a:moveTo>
                <a:cubicBezTo>
                  <a:pt x="71" y="48"/>
                  <a:pt x="59" y="15"/>
                  <a:pt x="59" y="15"/>
                </a:cubicBezTo>
                <a:cubicBezTo>
                  <a:pt x="59" y="15"/>
                  <a:pt x="59" y="14"/>
                  <a:pt x="60" y="14"/>
                </a:cubicBezTo>
                <a:cubicBezTo>
                  <a:pt x="70" y="14"/>
                  <a:pt x="98" y="14"/>
                  <a:pt x="104" y="14"/>
                </a:cubicBezTo>
                <a:cubicBezTo>
                  <a:pt x="105" y="14"/>
                  <a:pt x="104" y="14"/>
                  <a:pt x="104" y="14"/>
                </a:cubicBezTo>
                <a:cubicBezTo>
                  <a:pt x="76" y="59"/>
                  <a:pt x="76" y="59"/>
                  <a:pt x="76" y="59"/>
                </a:cubicBezTo>
                <a:cubicBezTo>
                  <a:pt x="76" y="59"/>
                  <a:pt x="75" y="60"/>
                  <a:pt x="74" y="59"/>
                </a:cubicBezTo>
                <a:close/>
                <a:moveTo>
                  <a:pt x="166" y="83"/>
                </a:moveTo>
                <a:cubicBezTo>
                  <a:pt x="167" y="83"/>
                  <a:pt x="166" y="84"/>
                  <a:pt x="166" y="84"/>
                </a:cubicBezTo>
                <a:cubicBezTo>
                  <a:pt x="128" y="198"/>
                  <a:pt x="128" y="198"/>
                  <a:pt x="128" y="198"/>
                </a:cubicBezTo>
                <a:cubicBezTo>
                  <a:pt x="128" y="198"/>
                  <a:pt x="127" y="198"/>
                  <a:pt x="127" y="198"/>
                </a:cubicBezTo>
                <a:cubicBezTo>
                  <a:pt x="126" y="198"/>
                  <a:pt x="123" y="198"/>
                  <a:pt x="122" y="198"/>
                </a:cubicBezTo>
                <a:cubicBezTo>
                  <a:pt x="122" y="198"/>
                  <a:pt x="121" y="198"/>
                  <a:pt x="121" y="198"/>
                </a:cubicBezTo>
                <a:cubicBezTo>
                  <a:pt x="83" y="84"/>
                  <a:pt x="83" y="84"/>
                  <a:pt x="83" y="84"/>
                </a:cubicBezTo>
                <a:cubicBezTo>
                  <a:pt x="83" y="84"/>
                  <a:pt x="83" y="83"/>
                  <a:pt x="83" y="83"/>
                </a:cubicBezTo>
                <a:cubicBezTo>
                  <a:pt x="104" y="83"/>
                  <a:pt x="145" y="83"/>
                  <a:pt x="166" y="83"/>
                </a:cubicBezTo>
                <a:close/>
                <a:moveTo>
                  <a:pt x="47" y="21"/>
                </a:moveTo>
                <a:cubicBezTo>
                  <a:pt x="51" y="32"/>
                  <a:pt x="61" y="63"/>
                  <a:pt x="63" y="68"/>
                </a:cubicBezTo>
                <a:cubicBezTo>
                  <a:pt x="63" y="69"/>
                  <a:pt x="63" y="69"/>
                  <a:pt x="62" y="69"/>
                </a:cubicBezTo>
                <a:cubicBezTo>
                  <a:pt x="52" y="69"/>
                  <a:pt x="31" y="69"/>
                  <a:pt x="20" y="69"/>
                </a:cubicBezTo>
                <a:cubicBezTo>
                  <a:pt x="19" y="69"/>
                  <a:pt x="20" y="68"/>
                  <a:pt x="20" y="68"/>
                </a:cubicBezTo>
                <a:cubicBezTo>
                  <a:pt x="46" y="21"/>
                  <a:pt x="46" y="21"/>
                  <a:pt x="46" y="21"/>
                </a:cubicBezTo>
                <a:cubicBezTo>
                  <a:pt x="46" y="21"/>
                  <a:pt x="46" y="20"/>
                  <a:pt x="47" y="21"/>
                </a:cubicBezTo>
                <a:close/>
                <a:moveTo>
                  <a:pt x="22" y="83"/>
                </a:moveTo>
                <a:cubicBezTo>
                  <a:pt x="33" y="83"/>
                  <a:pt x="56" y="83"/>
                  <a:pt x="67" y="83"/>
                </a:cubicBezTo>
                <a:cubicBezTo>
                  <a:pt x="68" y="83"/>
                  <a:pt x="68" y="84"/>
                  <a:pt x="68" y="84"/>
                </a:cubicBezTo>
                <a:cubicBezTo>
                  <a:pt x="107" y="197"/>
                  <a:pt x="107" y="197"/>
                  <a:pt x="107" y="197"/>
                </a:cubicBezTo>
                <a:cubicBezTo>
                  <a:pt x="107" y="197"/>
                  <a:pt x="107" y="198"/>
                  <a:pt x="106" y="198"/>
                </a:cubicBezTo>
                <a:cubicBezTo>
                  <a:pt x="106" y="198"/>
                  <a:pt x="105" y="198"/>
                  <a:pt x="105" y="198"/>
                </a:cubicBezTo>
                <a:cubicBezTo>
                  <a:pt x="105" y="198"/>
                  <a:pt x="104" y="197"/>
                  <a:pt x="104" y="197"/>
                </a:cubicBezTo>
                <a:cubicBezTo>
                  <a:pt x="21" y="84"/>
                  <a:pt x="21" y="84"/>
                  <a:pt x="21" y="84"/>
                </a:cubicBezTo>
                <a:cubicBezTo>
                  <a:pt x="21" y="84"/>
                  <a:pt x="21" y="83"/>
                  <a:pt x="22" y="83"/>
                </a:cubicBezTo>
                <a:close/>
                <a:moveTo>
                  <a:pt x="146" y="198"/>
                </a:moveTo>
                <a:cubicBezTo>
                  <a:pt x="145" y="198"/>
                  <a:pt x="143" y="198"/>
                  <a:pt x="143" y="198"/>
                </a:cubicBezTo>
                <a:cubicBezTo>
                  <a:pt x="142" y="198"/>
                  <a:pt x="142" y="198"/>
                  <a:pt x="142" y="198"/>
                </a:cubicBezTo>
                <a:cubicBezTo>
                  <a:pt x="181" y="84"/>
                  <a:pt x="181" y="84"/>
                  <a:pt x="181" y="84"/>
                </a:cubicBezTo>
                <a:cubicBezTo>
                  <a:pt x="181" y="84"/>
                  <a:pt x="181" y="83"/>
                  <a:pt x="182" y="83"/>
                </a:cubicBezTo>
                <a:cubicBezTo>
                  <a:pt x="194" y="83"/>
                  <a:pt x="217" y="83"/>
                  <a:pt x="229" y="83"/>
                </a:cubicBezTo>
                <a:cubicBezTo>
                  <a:pt x="230" y="83"/>
                  <a:pt x="229" y="84"/>
                  <a:pt x="229" y="84"/>
                </a:cubicBezTo>
                <a:cubicBezTo>
                  <a:pt x="146" y="198"/>
                  <a:pt x="146" y="198"/>
                  <a:pt x="146" y="198"/>
                </a:cubicBezTo>
                <a:cubicBezTo>
                  <a:pt x="146" y="198"/>
                  <a:pt x="146" y="198"/>
                  <a:pt x="146" y="198"/>
                </a:cubicBezTo>
                <a:close/>
              </a:path>
            </a:pathLst>
          </a:custGeom>
          <a:solidFill>
            <a:srgbClr val="84D94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8977839" y="4467480"/>
            <a:ext cx="2354566" cy="1043597"/>
            <a:chOff x="1331170" y="4779449"/>
            <a:chExt cx="2354566" cy="1043597"/>
          </a:xfrm>
        </p:grpSpPr>
        <p:sp>
          <p:nvSpPr>
            <p:cNvPr id="35" name="文本框 34"/>
            <p:cNvSpPr txBox="1"/>
            <p:nvPr/>
          </p:nvSpPr>
          <p:spPr>
            <a:xfrm>
              <a:off x="1331170" y="4779449"/>
              <a:ext cx="17865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你的标题</a:t>
              </a:r>
              <a:endParaRPr lang="en-US" altLang="zh-CN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331170" y="5192104"/>
              <a:ext cx="2354566" cy="6309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800" spc="300" dirty="0"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800" spc="300" dirty="0"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800" spc="300" dirty="0"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点击输入本栏的具体文字，简明扼要的说明分项内容，此为概念图解。</a:t>
              </a:r>
              <a:endParaRPr lang="zh-CN" altLang="en-US" sz="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</p:grpSp>
    </p:spTree>
  </p:cSld>
  <p:clrMapOvr>
    <a:masterClrMapping/>
  </p:clrMapOvr>
  <p:transition spd="slow">
    <p:wip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9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20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2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6" grpId="0" animBg="1"/>
          <p:bldP spid="7" grpId="0" animBg="1"/>
          <p:bldP spid="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6" grpId="0" animBg="1"/>
          <p:bldP spid="7" grpId="0" animBg="1"/>
          <p:bldP spid="8" grpId="0" animBg="1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/>
          <p:cNvSpPr/>
          <p:nvPr/>
        </p:nvSpPr>
        <p:spPr>
          <a:xfrm rot="20723155">
            <a:off x="5442179" y="-945177"/>
            <a:ext cx="3499703" cy="3499703"/>
          </a:xfrm>
          <a:prstGeom prst="roundRect">
            <a:avLst>
              <a:gd name="adj" fmla="val 9713"/>
            </a:avLst>
          </a:prstGeom>
          <a:solidFill>
            <a:srgbClr val="74C7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41274" y="3268283"/>
            <a:ext cx="4269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dirty="0">
                <a:solidFill>
                  <a:srgbClr val="84D9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5140" y="4071392"/>
            <a:ext cx="4858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总结计划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实习报告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工作汇报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76545" y="4797192"/>
            <a:ext cx="1307258" cy="307777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</a:rPr>
              <a:t>稻壳儿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412974" y="4790278"/>
            <a:ext cx="1307258" cy="307777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</a:rPr>
              <a:t>部门：销售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0271" y="5152591"/>
            <a:ext cx="5113342" cy="489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Please enter your detailed text here, the content should be concise and clear, concise and concise do not need too much text modification and expression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。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字魂57号-创细黑" panose="00000500000000000000" pitchFamily="2" charset="-122"/>
              <a:ea typeface="字魂57号-创细黑" panose="00000500000000000000" pitchFamily="2" charset="-122"/>
            </a:endParaRPr>
          </a:p>
        </p:txBody>
      </p:sp>
      <p:sp>
        <p:nvSpPr>
          <p:cNvPr id="2" name="矩形: 圆角 1"/>
          <p:cNvSpPr/>
          <p:nvPr/>
        </p:nvSpPr>
        <p:spPr>
          <a:xfrm rot="495382">
            <a:off x="7486265" y="-524202"/>
            <a:ext cx="5277101" cy="5277101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8796900" y="3531143"/>
            <a:ext cx="4055237" cy="4055237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 rot="495382" flipV="1">
            <a:off x="-381830" y="-419774"/>
            <a:ext cx="1274336" cy="1274336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619861" y="-140147"/>
            <a:ext cx="715080" cy="715080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27986" y="231073"/>
            <a:ext cx="191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岗位述职报告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26"/>
          <p:cNvSpPr/>
          <p:nvPr/>
        </p:nvSpPr>
        <p:spPr bwMode="auto">
          <a:xfrm>
            <a:off x="4144042" y="1735341"/>
            <a:ext cx="1922462" cy="1968500"/>
          </a:xfrm>
          <a:custGeom>
            <a:avLst/>
            <a:gdLst>
              <a:gd name="T0" fmla="*/ 509 w 640"/>
              <a:gd name="T1" fmla="*/ 645 h 655"/>
              <a:gd name="T2" fmla="*/ 640 w 640"/>
              <a:gd name="T3" fmla="*/ 514 h 655"/>
              <a:gd name="T4" fmla="*/ 640 w 640"/>
              <a:gd name="T5" fmla="*/ 0 h 655"/>
              <a:gd name="T6" fmla="*/ 555 w 640"/>
              <a:gd name="T7" fmla="*/ 0 h 655"/>
              <a:gd name="T8" fmla="*/ 527 w 640"/>
              <a:gd name="T9" fmla="*/ 130 h 655"/>
              <a:gd name="T10" fmla="*/ 427 w 640"/>
              <a:gd name="T11" fmla="*/ 163 h 655"/>
              <a:gd name="T12" fmla="*/ 328 w 640"/>
              <a:gd name="T13" fmla="*/ 74 h 655"/>
              <a:gd name="T14" fmla="*/ 192 w 640"/>
              <a:gd name="T15" fmla="*/ 174 h 655"/>
              <a:gd name="T16" fmla="*/ 246 w 640"/>
              <a:gd name="T17" fmla="*/ 295 h 655"/>
              <a:gd name="T18" fmla="*/ 184 w 640"/>
              <a:gd name="T19" fmla="*/ 380 h 655"/>
              <a:gd name="T20" fmla="*/ 52 w 640"/>
              <a:gd name="T21" fmla="*/ 367 h 655"/>
              <a:gd name="T22" fmla="*/ 0 w 640"/>
              <a:gd name="T23" fmla="*/ 528 h 655"/>
              <a:gd name="T24" fmla="*/ 115 w 640"/>
              <a:gd name="T25" fmla="*/ 594 h 655"/>
              <a:gd name="T26" fmla="*/ 113 w 640"/>
              <a:gd name="T27" fmla="*/ 655 h 655"/>
              <a:gd name="T28" fmla="*/ 509 w 640"/>
              <a:gd name="T29" fmla="*/ 655 h 655"/>
              <a:gd name="T30" fmla="*/ 509 w 640"/>
              <a:gd name="T31" fmla="*/ 645 h 6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0" h="655">
                <a:moveTo>
                  <a:pt x="509" y="645"/>
                </a:moveTo>
                <a:cubicBezTo>
                  <a:pt x="509" y="573"/>
                  <a:pt x="568" y="514"/>
                  <a:pt x="640" y="514"/>
                </a:cubicBezTo>
                <a:cubicBezTo>
                  <a:pt x="640" y="0"/>
                  <a:pt x="640" y="0"/>
                  <a:pt x="640" y="0"/>
                </a:cubicBezTo>
                <a:cubicBezTo>
                  <a:pt x="555" y="0"/>
                  <a:pt x="555" y="0"/>
                  <a:pt x="555" y="0"/>
                </a:cubicBezTo>
                <a:cubicBezTo>
                  <a:pt x="527" y="130"/>
                  <a:pt x="527" y="130"/>
                  <a:pt x="527" y="130"/>
                </a:cubicBezTo>
                <a:cubicBezTo>
                  <a:pt x="493" y="138"/>
                  <a:pt x="459" y="149"/>
                  <a:pt x="427" y="163"/>
                </a:cubicBezTo>
                <a:cubicBezTo>
                  <a:pt x="328" y="74"/>
                  <a:pt x="328" y="74"/>
                  <a:pt x="328" y="74"/>
                </a:cubicBezTo>
                <a:cubicBezTo>
                  <a:pt x="192" y="174"/>
                  <a:pt x="192" y="174"/>
                  <a:pt x="192" y="174"/>
                </a:cubicBezTo>
                <a:cubicBezTo>
                  <a:pt x="246" y="295"/>
                  <a:pt x="246" y="295"/>
                  <a:pt x="246" y="295"/>
                </a:cubicBezTo>
                <a:cubicBezTo>
                  <a:pt x="223" y="321"/>
                  <a:pt x="202" y="349"/>
                  <a:pt x="184" y="380"/>
                </a:cubicBezTo>
                <a:cubicBezTo>
                  <a:pt x="52" y="367"/>
                  <a:pt x="52" y="367"/>
                  <a:pt x="52" y="367"/>
                </a:cubicBezTo>
                <a:cubicBezTo>
                  <a:pt x="0" y="528"/>
                  <a:pt x="0" y="528"/>
                  <a:pt x="0" y="528"/>
                </a:cubicBezTo>
                <a:cubicBezTo>
                  <a:pt x="115" y="594"/>
                  <a:pt x="115" y="594"/>
                  <a:pt x="115" y="594"/>
                </a:cubicBezTo>
                <a:cubicBezTo>
                  <a:pt x="113" y="614"/>
                  <a:pt x="112" y="635"/>
                  <a:pt x="113" y="655"/>
                </a:cubicBezTo>
                <a:cubicBezTo>
                  <a:pt x="509" y="655"/>
                  <a:pt x="509" y="655"/>
                  <a:pt x="509" y="655"/>
                </a:cubicBezTo>
                <a:cubicBezTo>
                  <a:pt x="509" y="652"/>
                  <a:pt x="509" y="649"/>
                  <a:pt x="509" y="645"/>
                </a:cubicBezTo>
                <a:close/>
              </a:path>
            </a:pathLst>
          </a:custGeom>
          <a:solidFill>
            <a:srgbClr val="74C7B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6" name="Freeform 27"/>
          <p:cNvSpPr/>
          <p:nvPr/>
        </p:nvSpPr>
        <p:spPr bwMode="auto">
          <a:xfrm>
            <a:off x="6096000" y="1735341"/>
            <a:ext cx="1924050" cy="1968500"/>
          </a:xfrm>
          <a:custGeom>
            <a:avLst/>
            <a:gdLst>
              <a:gd name="T0" fmla="*/ 132 w 640"/>
              <a:gd name="T1" fmla="*/ 645 h 655"/>
              <a:gd name="T2" fmla="*/ 132 w 640"/>
              <a:gd name="T3" fmla="*/ 655 h 655"/>
              <a:gd name="T4" fmla="*/ 528 w 640"/>
              <a:gd name="T5" fmla="*/ 655 h 655"/>
              <a:gd name="T6" fmla="*/ 525 w 640"/>
              <a:gd name="T7" fmla="*/ 592 h 655"/>
              <a:gd name="T8" fmla="*/ 640 w 640"/>
              <a:gd name="T9" fmla="*/ 525 h 655"/>
              <a:gd name="T10" fmla="*/ 588 w 640"/>
              <a:gd name="T11" fmla="*/ 364 h 655"/>
              <a:gd name="T12" fmla="*/ 455 w 640"/>
              <a:gd name="T13" fmla="*/ 378 h 655"/>
              <a:gd name="T14" fmla="*/ 394 w 640"/>
              <a:gd name="T15" fmla="*/ 294 h 655"/>
              <a:gd name="T16" fmla="*/ 447 w 640"/>
              <a:gd name="T17" fmla="*/ 172 h 655"/>
              <a:gd name="T18" fmla="*/ 310 w 640"/>
              <a:gd name="T19" fmla="*/ 73 h 655"/>
              <a:gd name="T20" fmla="*/ 212 w 640"/>
              <a:gd name="T21" fmla="*/ 162 h 655"/>
              <a:gd name="T22" fmla="*/ 162 w 640"/>
              <a:gd name="T23" fmla="*/ 143 h 655"/>
              <a:gd name="T24" fmla="*/ 112 w 640"/>
              <a:gd name="T25" fmla="*/ 130 h 655"/>
              <a:gd name="T26" fmla="*/ 84 w 640"/>
              <a:gd name="T27" fmla="*/ 0 h 655"/>
              <a:gd name="T28" fmla="*/ 0 w 640"/>
              <a:gd name="T29" fmla="*/ 0 h 655"/>
              <a:gd name="T30" fmla="*/ 0 w 640"/>
              <a:gd name="T31" fmla="*/ 514 h 655"/>
              <a:gd name="T32" fmla="*/ 132 w 640"/>
              <a:gd name="T33" fmla="*/ 645 h 6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40" h="655">
                <a:moveTo>
                  <a:pt x="132" y="645"/>
                </a:moveTo>
                <a:cubicBezTo>
                  <a:pt x="132" y="649"/>
                  <a:pt x="132" y="652"/>
                  <a:pt x="132" y="655"/>
                </a:cubicBezTo>
                <a:cubicBezTo>
                  <a:pt x="528" y="655"/>
                  <a:pt x="528" y="655"/>
                  <a:pt x="528" y="655"/>
                </a:cubicBezTo>
                <a:cubicBezTo>
                  <a:pt x="528" y="634"/>
                  <a:pt x="528" y="613"/>
                  <a:pt x="525" y="592"/>
                </a:cubicBezTo>
                <a:cubicBezTo>
                  <a:pt x="640" y="525"/>
                  <a:pt x="640" y="525"/>
                  <a:pt x="640" y="525"/>
                </a:cubicBezTo>
                <a:cubicBezTo>
                  <a:pt x="588" y="364"/>
                  <a:pt x="588" y="364"/>
                  <a:pt x="588" y="364"/>
                </a:cubicBezTo>
                <a:cubicBezTo>
                  <a:pt x="455" y="378"/>
                  <a:pt x="455" y="378"/>
                  <a:pt x="455" y="378"/>
                </a:cubicBezTo>
                <a:cubicBezTo>
                  <a:pt x="438" y="348"/>
                  <a:pt x="417" y="320"/>
                  <a:pt x="394" y="294"/>
                </a:cubicBezTo>
                <a:cubicBezTo>
                  <a:pt x="447" y="172"/>
                  <a:pt x="447" y="172"/>
                  <a:pt x="447" y="172"/>
                </a:cubicBezTo>
                <a:cubicBezTo>
                  <a:pt x="310" y="73"/>
                  <a:pt x="310" y="73"/>
                  <a:pt x="310" y="73"/>
                </a:cubicBezTo>
                <a:cubicBezTo>
                  <a:pt x="212" y="162"/>
                  <a:pt x="212" y="162"/>
                  <a:pt x="212" y="162"/>
                </a:cubicBezTo>
                <a:cubicBezTo>
                  <a:pt x="196" y="155"/>
                  <a:pt x="179" y="149"/>
                  <a:pt x="162" y="143"/>
                </a:cubicBezTo>
                <a:cubicBezTo>
                  <a:pt x="146" y="138"/>
                  <a:pt x="129" y="133"/>
                  <a:pt x="112" y="130"/>
                </a:cubicBezTo>
                <a:cubicBezTo>
                  <a:pt x="84" y="0"/>
                  <a:pt x="84" y="0"/>
                  <a:pt x="8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14"/>
                  <a:pt x="0" y="514"/>
                  <a:pt x="0" y="514"/>
                </a:cubicBezTo>
                <a:cubicBezTo>
                  <a:pt x="73" y="514"/>
                  <a:pt x="132" y="573"/>
                  <a:pt x="132" y="645"/>
                </a:cubicBezTo>
                <a:close/>
              </a:path>
            </a:pathLst>
          </a:custGeom>
          <a:solidFill>
            <a:srgbClr val="4DEAF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7" name="Freeform 28"/>
          <p:cNvSpPr/>
          <p:nvPr/>
        </p:nvSpPr>
        <p:spPr bwMode="auto">
          <a:xfrm>
            <a:off x="6096000" y="3733337"/>
            <a:ext cx="1927225" cy="1911350"/>
          </a:xfrm>
          <a:custGeom>
            <a:avLst/>
            <a:gdLst>
              <a:gd name="T0" fmla="*/ 528 w 641"/>
              <a:gd name="T1" fmla="*/ 0 h 636"/>
              <a:gd name="T2" fmla="*/ 132 w 641"/>
              <a:gd name="T3" fmla="*/ 0 h 636"/>
              <a:gd name="T4" fmla="*/ 0 w 641"/>
              <a:gd name="T5" fmla="*/ 122 h 636"/>
              <a:gd name="T6" fmla="*/ 0 w 641"/>
              <a:gd name="T7" fmla="*/ 636 h 636"/>
              <a:gd name="T8" fmla="*/ 86 w 641"/>
              <a:gd name="T9" fmla="*/ 636 h 636"/>
              <a:gd name="T10" fmla="*/ 114 w 641"/>
              <a:gd name="T11" fmla="*/ 506 h 636"/>
              <a:gd name="T12" fmla="*/ 213 w 641"/>
              <a:gd name="T13" fmla="*/ 473 h 636"/>
              <a:gd name="T14" fmla="*/ 312 w 641"/>
              <a:gd name="T15" fmla="*/ 562 h 636"/>
              <a:gd name="T16" fmla="*/ 449 w 641"/>
              <a:gd name="T17" fmla="*/ 462 h 636"/>
              <a:gd name="T18" fmla="*/ 395 w 641"/>
              <a:gd name="T19" fmla="*/ 341 h 636"/>
              <a:gd name="T20" fmla="*/ 456 w 641"/>
              <a:gd name="T21" fmla="*/ 256 h 636"/>
              <a:gd name="T22" fmla="*/ 589 w 641"/>
              <a:gd name="T23" fmla="*/ 269 h 636"/>
              <a:gd name="T24" fmla="*/ 641 w 641"/>
              <a:gd name="T25" fmla="*/ 108 h 636"/>
              <a:gd name="T26" fmla="*/ 525 w 641"/>
              <a:gd name="T27" fmla="*/ 42 h 636"/>
              <a:gd name="T28" fmla="*/ 528 w 641"/>
              <a:gd name="T29" fmla="*/ 0 h 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41" h="636">
                <a:moveTo>
                  <a:pt x="528" y="0"/>
                </a:moveTo>
                <a:cubicBezTo>
                  <a:pt x="132" y="0"/>
                  <a:pt x="132" y="0"/>
                  <a:pt x="132" y="0"/>
                </a:cubicBezTo>
                <a:cubicBezTo>
                  <a:pt x="127" y="68"/>
                  <a:pt x="70" y="122"/>
                  <a:pt x="0" y="122"/>
                </a:cubicBezTo>
                <a:cubicBezTo>
                  <a:pt x="0" y="636"/>
                  <a:pt x="0" y="636"/>
                  <a:pt x="0" y="636"/>
                </a:cubicBezTo>
                <a:cubicBezTo>
                  <a:pt x="86" y="636"/>
                  <a:pt x="86" y="636"/>
                  <a:pt x="86" y="636"/>
                </a:cubicBezTo>
                <a:cubicBezTo>
                  <a:pt x="114" y="506"/>
                  <a:pt x="114" y="506"/>
                  <a:pt x="114" y="506"/>
                </a:cubicBezTo>
                <a:cubicBezTo>
                  <a:pt x="148" y="498"/>
                  <a:pt x="181" y="487"/>
                  <a:pt x="213" y="473"/>
                </a:cubicBezTo>
                <a:cubicBezTo>
                  <a:pt x="312" y="562"/>
                  <a:pt x="312" y="562"/>
                  <a:pt x="312" y="562"/>
                </a:cubicBezTo>
                <a:cubicBezTo>
                  <a:pt x="449" y="462"/>
                  <a:pt x="449" y="462"/>
                  <a:pt x="449" y="462"/>
                </a:cubicBezTo>
                <a:cubicBezTo>
                  <a:pt x="395" y="341"/>
                  <a:pt x="395" y="341"/>
                  <a:pt x="395" y="341"/>
                </a:cubicBezTo>
                <a:cubicBezTo>
                  <a:pt x="418" y="315"/>
                  <a:pt x="439" y="286"/>
                  <a:pt x="456" y="256"/>
                </a:cubicBezTo>
                <a:cubicBezTo>
                  <a:pt x="589" y="269"/>
                  <a:pt x="589" y="269"/>
                  <a:pt x="589" y="269"/>
                </a:cubicBezTo>
                <a:cubicBezTo>
                  <a:pt x="641" y="108"/>
                  <a:pt x="641" y="108"/>
                  <a:pt x="641" y="108"/>
                </a:cubicBezTo>
                <a:cubicBezTo>
                  <a:pt x="525" y="42"/>
                  <a:pt x="525" y="42"/>
                  <a:pt x="525" y="42"/>
                </a:cubicBezTo>
                <a:cubicBezTo>
                  <a:pt x="527" y="28"/>
                  <a:pt x="528" y="14"/>
                  <a:pt x="528" y="0"/>
                </a:cubicBezTo>
                <a:close/>
              </a:path>
            </a:pathLst>
          </a:custGeom>
          <a:solidFill>
            <a:srgbClr val="74C7B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8" name="Freeform 29"/>
          <p:cNvSpPr/>
          <p:nvPr/>
        </p:nvSpPr>
        <p:spPr bwMode="auto">
          <a:xfrm>
            <a:off x="4147217" y="3733337"/>
            <a:ext cx="1919287" cy="1911350"/>
          </a:xfrm>
          <a:custGeom>
            <a:avLst/>
            <a:gdLst>
              <a:gd name="T0" fmla="*/ 508 w 639"/>
              <a:gd name="T1" fmla="*/ 0 h 636"/>
              <a:gd name="T2" fmla="*/ 112 w 639"/>
              <a:gd name="T3" fmla="*/ 0 h 636"/>
              <a:gd name="T4" fmla="*/ 114 w 639"/>
              <a:gd name="T5" fmla="*/ 44 h 636"/>
              <a:gd name="T6" fmla="*/ 0 w 639"/>
              <a:gd name="T7" fmla="*/ 111 h 636"/>
              <a:gd name="T8" fmla="*/ 52 w 639"/>
              <a:gd name="T9" fmla="*/ 271 h 636"/>
              <a:gd name="T10" fmla="*/ 184 w 639"/>
              <a:gd name="T11" fmla="*/ 257 h 636"/>
              <a:gd name="T12" fmla="*/ 246 w 639"/>
              <a:gd name="T13" fmla="*/ 342 h 636"/>
              <a:gd name="T14" fmla="*/ 192 w 639"/>
              <a:gd name="T15" fmla="*/ 464 h 636"/>
              <a:gd name="T16" fmla="*/ 329 w 639"/>
              <a:gd name="T17" fmla="*/ 563 h 636"/>
              <a:gd name="T18" fmla="*/ 428 w 639"/>
              <a:gd name="T19" fmla="*/ 474 h 636"/>
              <a:gd name="T20" fmla="*/ 477 w 639"/>
              <a:gd name="T21" fmla="*/ 492 h 636"/>
              <a:gd name="T22" fmla="*/ 528 w 639"/>
              <a:gd name="T23" fmla="*/ 506 h 636"/>
              <a:gd name="T24" fmla="*/ 556 w 639"/>
              <a:gd name="T25" fmla="*/ 636 h 636"/>
              <a:gd name="T26" fmla="*/ 639 w 639"/>
              <a:gd name="T27" fmla="*/ 636 h 636"/>
              <a:gd name="T28" fmla="*/ 639 w 639"/>
              <a:gd name="T29" fmla="*/ 122 h 636"/>
              <a:gd name="T30" fmla="*/ 508 w 639"/>
              <a:gd name="T31" fmla="*/ 0 h 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39" h="636">
                <a:moveTo>
                  <a:pt x="508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14"/>
                  <a:pt x="113" y="29"/>
                  <a:pt x="114" y="44"/>
                </a:cubicBezTo>
                <a:cubicBezTo>
                  <a:pt x="0" y="111"/>
                  <a:pt x="0" y="111"/>
                  <a:pt x="0" y="111"/>
                </a:cubicBezTo>
                <a:cubicBezTo>
                  <a:pt x="52" y="271"/>
                  <a:pt x="52" y="271"/>
                  <a:pt x="52" y="271"/>
                </a:cubicBezTo>
                <a:cubicBezTo>
                  <a:pt x="184" y="257"/>
                  <a:pt x="184" y="257"/>
                  <a:pt x="184" y="257"/>
                </a:cubicBezTo>
                <a:cubicBezTo>
                  <a:pt x="202" y="288"/>
                  <a:pt x="223" y="316"/>
                  <a:pt x="246" y="342"/>
                </a:cubicBezTo>
                <a:cubicBezTo>
                  <a:pt x="192" y="464"/>
                  <a:pt x="192" y="464"/>
                  <a:pt x="192" y="464"/>
                </a:cubicBezTo>
                <a:cubicBezTo>
                  <a:pt x="329" y="563"/>
                  <a:pt x="329" y="563"/>
                  <a:pt x="329" y="563"/>
                </a:cubicBezTo>
                <a:cubicBezTo>
                  <a:pt x="428" y="474"/>
                  <a:pt x="428" y="474"/>
                  <a:pt x="428" y="474"/>
                </a:cubicBezTo>
                <a:cubicBezTo>
                  <a:pt x="444" y="481"/>
                  <a:pt x="460" y="487"/>
                  <a:pt x="477" y="492"/>
                </a:cubicBezTo>
                <a:cubicBezTo>
                  <a:pt x="494" y="498"/>
                  <a:pt x="511" y="502"/>
                  <a:pt x="528" y="506"/>
                </a:cubicBezTo>
                <a:cubicBezTo>
                  <a:pt x="556" y="636"/>
                  <a:pt x="556" y="636"/>
                  <a:pt x="556" y="636"/>
                </a:cubicBezTo>
                <a:cubicBezTo>
                  <a:pt x="639" y="636"/>
                  <a:pt x="639" y="636"/>
                  <a:pt x="639" y="636"/>
                </a:cubicBezTo>
                <a:cubicBezTo>
                  <a:pt x="639" y="122"/>
                  <a:pt x="639" y="122"/>
                  <a:pt x="639" y="122"/>
                </a:cubicBezTo>
                <a:cubicBezTo>
                  <a:pt x="570" y="122"/>
                  <a:pt x="513" y="68"/>
                  <a:pt x="508" y="0"/>
                </a:cubicBezTo>
                <a:close/>
              </a:path>
            </a:pathLst>
          </a:custGeom>
          <a:solidFill>
            <a:srgbClr val="4DEAF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9" name="Freeform 30"/>
          <p:cNvSpPr/>
          <p:nvPr/>
        </p:nvSpPr>
        <p:spPr bwMode="auto">
          <a:xfrm>
            <a:off x="6781800" y="2570366"/>
            <a:ext cx="114300" cy="130175"/>
          </a:xfrm>
          <a:custGeom>
            <a:avLst/>
            <a:gdLst>
              <a:gd name="T0" fmla="*/ 2 w 38"/>
              <a:gd name="T1" fmla="*/ 28 h 43"/>
              <a:gd name="T2" fmla="*/ 3 w 38"/>
              <a:gd name="T3" fmla="*/ 28 h 43"/>
              <a:gd name="T4" fmla="*/ 19 w 38"/>
              <a:gd name="T5" fmla="*/ 43 h 43"/>
              <a:gd name="T6" fmla="*/ 35 w 38"/>
              <a:gd name="T7" fmla="*/ 29 h 43"/>
              <a:gd name="T8" fmla="*/ 35 w 38"/>
              <a:gd name="T9" fmla="*/ 29 h 43"/>
              <a:gd name="T10" fmla="*/ 38 w 38"/>
              <a:gd name="T11" fmla="*/ 25 h 43"/>
              <a:gd name="T12" fmla="*/ 36 w 38"/>
              <a:gd name="T13" fmla="*/ 20 h 43"/>
              <a:gd name="T14" fmla="*/ 19 w 38"/>
              <a:gd name="T15" fmla="*/ 0 h 43"/>
              <a:gd name="T16" fmla="*/ 2 w 38"/>
              <a:gd name="T17" fmla="*/ 19 h 43"/>
              <a:gd name="T18" fmla="*/ 0 w 38"/>
              <a:gd name="T19" fmla="*/ 24 h 43"/>
              <a:gd name="T20" fmla="*/ 2 w 38"/>
              <a:gd name="T21" fmla="*/ 28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8" h="43">
                <a:moveTo>
                  <a:pt x="2" y="28"/>
                </a:moveTo>
                <a:cubicBezTo>
                  <a:pt x="3" y="28"/>
                  <a:pt x="3" y="28"/>
                  <a:pt x="3" y="28"/>
                </a:cubicBezTo>
                <a:cubicBezTo>
                  <a:pt x="5" y="37"/>
                  <a:pt x="12" y="43"/>
                  <a:pt x="19" y="43"/>
                </a:cubicBezTo>
                <a:cubicBezTo>
                  <a:pt x="26" y="43"/>
                  <a:pt x="32" y="37"/>
                  <a:pt x="35" y="29"/>
                </a:cubicBezTo>
                <a:cubicBezTo>
                  <a:pt x="35" y="29"/>
                  <a:pt x="35" y="29"/>
                  <a:pt x="35" y="29"/>
                </a:cubicBezTo>
                <a:cubicBezTo>
                  <a:pt x="37" y="29"/>
                  <a:pt x="38" y="27"/>
                  <a:pt x="38" y="25"/>
                </a:cubicBezTo>
                <a:cubicBezTo>
                  <a:pt x="38" y="22"/>
                  <a:pt x="37" y="20"/>
                  <a:pt x="36" y="20"/>
                </a:cubicBezTo>
                <a:cubicBezTo>
                  <a:pt x="35" y="9"/>
                  <a:pt x="28" y="0"/>
                  <a:pt x="19" y="0"/>
                </a:cubicBezTo>
                <a:cubicBezTo>
                  <a:pt x="11" y="0"/>
                  <a:pt x="3" y="9"/>
                  <a:pt x="2" y="19"/>
                </a:cubicBezTo>
                <a:cubicBezTo>
                  <a:pt x="1" y="19"/>
                  <a:pt x="0" y="21"/>
                  <a:pt x="0" y="24"/>
                </a:cubicBezTo>
                <a:cubicBezTo>
                  <a:pt x="0" y="26"/>
                  <a:pt x="1" y="28"/>
                  <a:pt x="2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0" name="Freeform 31"/>
          <p:cNvSpPr/>
          <p:nvPr/>
        </p:nvSpPr>
        <p:spPr bwMode="auto">
          <a:xfrm>
            <a:off x="6748463" y="2697366"/>
            <a:ext cx="177800" cy="457200"/>
          </a:xfrm>
          <a:custGeom>
            <a:avLst/>
            <a:gdLst>
              <a:gd name="T0" fmla="*/ 53 w 59"/>
              <a:gd name="T1" fmla="*/ 3 h 152"/>
              <a:gd name="T2" fmla="*/ 52 w 59"/>
              <a:gd name="T3" fmla="*/ 4 h 152"/>
              <a:gd name="T4" fmla="*/ 43 w 59"/>
              <a:gd name="T5" fmla="*/ 1 h 152"/>
              <a:gd name="T6" fmla="*/ 28 w 59"/>
              <a:gd name="T7" fmla="*/ 27 h 152"/>
              <a:gd name="T8" fmla="*/ 16 w 59"/>
              <a:gd name="T9" fmla="*/ 0 h 152"/>
              <a:gd name="T10" fmla="*/ 6 w 59"/>
              <a:gd name="T11" fmla="*/ 1 h 152"/>
              <a:gd name="T12" fmla="*/ 6 w 59"/>
              <a:gd name="T13" fmla="*/ 1 h 152"/>
              <a:gd name="T14" fmla="*/ 0 w 59"/>
              <a:gd name="T15" fmla="*/ 7 h 152"/>
              <a:gd name="T16" fmla="*/ 1 w 59"/>
              <a:gd name="T17" fmla="*/ 68 h 152"/>
              <a:gd name="T18" fmla="*/ 3 w 59"/>
              <a:gd name="T19" fmla="*/ 73 h 152"/>
              <a:gd name="T20" fmla="*/ 3 w 59"/>
              <a:gd name="T21" fmla="*/ 74 h 152"/>
              <a:gd name="T22" fmla="*/ 9 w 59"/>
              <a:gd name="T23" fmla="*/ 80 h 152"/>
              <a:gd name="T24" fmla="*/ 12 w 59"/>
              <a:gd name="T25" fmla="*/ 79 h 152"/>
              <a:gd name="T26" fmla="*/ 12 w 59"/>
              <a:gd name="T27" fmla="*/ 152 h 152"/>
              <a:gd name="T28" fmla="*/ 27 w 59"/>
              <a:gd name="T29" fmla="*/ 152 h 152"/>
              <a:gd name="T30" fmla="*/ 29 w 59"/>
              <a:gd name="T31" fmla="*/ 82 h 152"/>
              <a:gd name="T32" fmla="*/ 30 w 59"/>
              <a:gd name="T33" fmla="*/ 152 h 152"/>
              <a:gd name="T34" fmla="*/ 47 w 59"/>
              <a:gd name="T35" fmla="*/ 152 h 152"/>
              <a:gd name="T36" fmla="*/ 48 w 59"/>
              <a:gd name="T37" fmla="*/ 81 h 152"/>
              <a:gd name="T38" fmla="*/ 50 w 59"/>
              <a:gd name="T39" fmla="*/ 82 h 152"/>
              <a:gd name="T40" fmla="*/ 56 w 59"/>
              <a:gd name="T41" fmla="*/ 76 h 152"/>
              <a:gd name="T42" fmla="*/ 56 w 59"/>
              <a:gd name="T43" fmla="*/ 75 h 152"/>
              <a:gd name="T44" fmla="*/ 59 w 59"/>
              <a:gd name="T45" fmla="*/ 70 h 152"/>
              <a:gd name="T46" fmla="*/ 59 w 59"/>
              <a:gd name="T47" fmla="*/ 9 h 152"/>
              <a:gd name="T48" fmla="*/ 53 w 59"/>
              <a:gd name="T49" fmla="*/ 3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" h="152">
                <a:moveTo>
                  <a:pt x="53" y="3"/>
                </a:moveTo>
                <a:cubicBezTo>
                  <a:pt x="53" y="3"/>
                  <a:pt x="52" y="3"/>
                  <a:pt x="52" y="4"/>
                </a:cubicBezTo>
                <a:cubicBezTo>
                  <a:pt x="43" y="1"/>
                  <a:pt x="43" y="1"/>
                  <a:pt x="43" y="1"/>
                </a:cubicBezTo>
                <a:cubicBezTo>
                  <a:pt x="28" y="27"/>
                  <a:pt x="28" y="27"/>
                  <a:pt x="28" y="27"/>
                </a:cubicBezTo>
                <a:cubicBezTo>
                  <a:pt x="16" y="0"/>
                  <a:pt x="16" y="0"/>
                  <a:pt x="16" y="0"/>
                </a:cubicBezTo>
                <a:cubicBezTo>
                  <a:pt x="6" y="1"/>
                  <a:pt x="6" y="1"/>
                  <a:pt x="6" y="1"/>
                </a:cubicBezTo>
                <a:cubicBezTo>
                  <a:pt x="6" y="1"/>
                  <a:pt x="6" y="1"/>
                  <a:pt x="6" y="1"/>
                </a:cubicBezTo>
                <a:cubicBezTo>
                  <a:pt x="3" y="2"/>
                  <a:pt x="0" y="4"/>
                  <a:pt x="0" y="7"/>
                </a:cubicBezTo>
                <a:cubicBezTo>
                  <a:pt x="1" y="68"/>
                  <a:pt x="1" y="68"/>
                  <a:pt x="1" y="68"/>
                </a:cubicBezTo>
                <a:cubicBezTo>
                  <a:pt x="1" y="70"/>
                  <a:pt x="2" y="72"/>
                  <a:pt x="3" y="73"/>
                </a:cubicBezTo>
                <a:cubicBezTo>
                  <a:pt x="3" y="73"/>
                  <a:pt x="3" y="73"/>
                  <a:pt x="3" y="74"/>
                </a:cubicBezTo>
                <a:cubicBezTo>
                  <a:pt x="3" y="77"/>
                  <a:pt x="6" y="80"/>
                  <a:pt x="9" y="80"/>
                </a:cubicBezTo>
                <a:cubicBezTo>
                  <a:pt x="10" y="80"/>
                  <a:pt x="11" y="80"/>
                  <a:pt x="12" y="79"/>
                </a:cubicBezTo>
                <a:cubicBezTo>
                  <a:pt x="12" y="152"/>
                  <a:pt x="12" y="152"/>
                  <a:pt x="12" y="152"/>
                </a:cubicBezTo>
                <a:cubicBezTo>
                  <a:pt x="27" y="152"/>
                  <a:pt x="27" y="152"/>
                  <a:pt x="27" y="152"/>
                </a:cubicBezTo>
                <a:cubicBezTo>
                  <a:pt x="29" y="82"/>
                  <a:pt x="29" y="82"/>
                  <a:pt x="29" y="82"/>
                </a:cubicBezTo>
                <a:cubicBezTo>
                  <a:pt x="30" y="152"/>
                  <a:pt x="30" y="152"/>
                  <a:pt x="30" y="152"/>
                </a:cubicBezTo>
                <a:cubicBezTo>
                  <a:pt x="47" y="152"/>
                  <a:pt x="47" y="152"/>
                  <a:pt x="47" y="152"/>
                </a:cubicBezTo>
                <a:cubicBezTo>
                  <a:pt x="48" y="81"/>
                  <a:pt x="48" y="81"/>
                  <a:pt x="48" y="81"/>
                </a:cubicBezTo>
                <a:cubicBezTo>
                  <a:pt x="48" y="81"/>
                  <a:pt x="49" y="82"/>
                  <a:pt x="50" y="82"/>
                </a:cubicBezTo>
                <a:cubicBezTo>
                  <a:pt x="54" y="82"/>
                  <a:pt x="56" y="79"/>
                  <a:pt x="56" y="76"/>
                </a:cubicBezTo>
                <a:cubicBezTo>
                  <a:pt x="56" y="75"/>
                  <a:pt x="56" y="75"/>
                  <a:pt x="56" y="75"/>
                </a:cubicBezTo>
                <a:cubicBezTo>
                  <a:pt x="58" y="74"/>
                  <a:pt x="59" y="72"/>
                  <a:pt x="59" y="70"/>
                </a:cubicBezTo>
                <a:cubicBezTo>
                  <a:pt x="59" y="9"/>
                  <a:pt x="59" y="9"/>
                  <a:pt x="59" y="9"/>
                </a:cubicBezTo>
                <a:cubicBezTo>
                  <a:pt x="59" y="6"/>
                  <a:pt x="56" y="3"/>
                  <a:pt x="53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1" name="Freeform 32"/>
          <p:cNvSpPr/>
          <p:nvPr/>
        </p:nvSpPr>
        <p:spPr bwMode="auto">
          <a:xfrm>
            <a:off x="6950075" y="2616404"/>
            <a:ext cx="101600" cy="117475"/>
          </a:xfrm>
          <a:custGeom>
            <a:avLst/>
            <a:gdLst>
              <a:gd name="T0" fmla="*/ 2 w 34"/>
              <a:gd name="T1" fmla="*/ 26 h 39"/>
              <a:gd name="T2" fmla="*/ 3 w 34"/>
              <a:gd name="T3" fmla="*/ 26 h 39"/>
              <a:gd name="T4" fmla="*/ 17 w 34"/>
              <a:gd name="T5" fmla="*/ 39 h 39"/>
              <a:gd name="T6" fmla="*/ 31 w 34"/>
              <a:gd name="T7" fmla="*/ 26 h 39"/>
              <a:gd name="T8" fmla="*/ 32 w 34"/>
              <a:gd name="T9" fmla="*/ 26 h 39"/>
              <a:gd name="T10" fmla="*/ 34 w 34"/>
              <a:gd name="T11" fmla="*/ 22 h 39"/>
              <a:gd name="T12" fmla="*/ 32 w 34"/>
              <a:gd name="T13" fmla="*/ 18 h 39"/>
              <a:gd name="T14" fmla="*/ 17 w 34"/>
              <a:gd name="T15" fmla="*/ 0 h 39"/>
              <a:gd name="T16" fmla="*/ 2 w 34"/>
              <a:gd name="T17" fmla="*/ 18 h 39"/>
              <a:gd name="T18" fmla="*/ 0 w 34"/>
              <a:gd name="T19" fmla="*/ 22 h 39"/>
              <a:gd name="T20" fmla="*/ 2 w 34"/>
              <a:gd name="T21" fmla="*/ 2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" h="39">
                <a:moveTo>
                  <a:pt x="2" y="26"/>
                </a:moveTo>
                <a:cubicBezTo>
                  <a:pt x="3" y="26"/>
                  <a:pt x="3" y="26"/>
                  <a:pt x="3" y="26"/>
                </a:cubicBezTo>
                <a:cubicBezTo>
                  <a:pt x="5" y="33"/>
                  <a:pt x="11" y="39"/>
                  <a:pt x="17" y="39"/>
                </a:cubicBezTo>
                <a:cubicBezTo>
                  <a:pt x="24" y="39"/>
                  <a:pt x="29" y="34"/>
                  <a:pt x="31" y="26"/>
                </a:cubicBezTo>
                <a:cubicBezTo>
                  <a:pt x="32" y="26"/>
                  <a:pt x="32" y="26"/>
                  <a:pt x="32" y="26"/>
                </a:cubicBezTo>
                <a:cubicBezTo>
                  <a:pt x="33" y="26"/>
                  <a:pt x="34" y="25"/>
                  <a:pt x="34" y="22"/>
                </a:cubicBezTo>
                <a:cubicBezTo>
                  <a:pt x="34" y="20"/>
                  <a:pt x="33" y="19"/>
                  <a:pt x="32" y="18"/>
                </a:cubicBezTo>
                <a:cubicBezTo>
                  <a:pt x="32" y="8"/>
                  <a:pt x="25" y="1"/>
                  <a:pt x="17" y="0"/>
                </a:cubicBezTo>
                <a:cubicBezTo>
                  <a:pt x="10" y="0"/>
                  <a:pt x="3" y="8"/>
                  <a:pt x="2" y="18"/>
                </a:cubicBezTo>
                <a:cubicBezTo>
                  <a:pt x="1" y="18"/>
                  <a:pt x="0" y="20"/>
                  <a:pt x="0" y="22"/>
                </a:cubicBezTo>
                <a:cubicBezTo>
                  <a:pt x="0" y="24"/>
                  <a:pt x="1" y="26"/>
                  <a:pt x="2" y="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2" name="Freeform 33"/>
          <p:cNvSpPr/>
          <p:nvPr/>
        </p:nvSpPr>
        <p:spPr bwMode="auto">
          <a:xfrm>
            <a:off x="6953250" y="2730704"/>
            <a:ext cx="125412" cy="411163"/>
          </a:xfrm>
          <a:custGeom>
            <a:avLst/>
            <a:gdLst>
              <a:gd name="T0" fmla="*/ 37 w 42"/>
              <a:gd name="T1" fmla="*/ 3 h 137"/>
              <a:gd name="T2" fmla="*/ 36 w 42"/>
              <a:gd name="T3" fmla="*/ 3 h 137"/>
              <a:gd name="T4" fmla="*/ 28 w 42"/>
              <a:gd name="T5" fmla="*/ 1 h 137"/>
              <a:gd name="T6" fmla="*/ 15 w 42"/>
              <a:gd name="T7" fmla="*/ 24 h 137"/>
              <a:gd name="T8" fmla="*/ 4 w 42"/>
              <a:gd name="T9" fmla="*/ 0 h 137"/>
              <a:gd name="T10" fmla="*/ 2 w 42"/>
              <a:gd name="T11" fmla="*/ 0 h 137"/>
              <a:gd name="T12" fmla="*/ 2 w 42"/>
              <a:gd name="T13" fmla="*/ 75 h 137"/>
              <a:gd name="T14" fmla="*/ 0 w 42"/>
              <a:gd name="T15" fmla="*/ 81 h 137"/>
              <a:gd name="T16" fmla="*/ 0 w 42"/>
              <a:gd name="T17" fmla="*/ 137 h 137"/>
              <a:gd name="T18" fmla="*/ 14 w 42"/>
              <a:gd name="T19" fmla="*/ 137 h 137"/>
              <a:gd name="T20" fmla="*/ 15 w 42"/>
              <a:gd name="T21" fmla="*/ 74 h 137"/>
              <a:gd name="T22" fmla="*/ 16 w 42"/>
              <a:gd name="T23" fmla="*/ 137 h 137"/>
              <a:gd name="T24" fmla="*/ 32 w 42"/>
              <a:gd name="T25" fmla="*/ 137 h 137"/>
              <a:gd name="T26" fmla="*/ 32 w 42"/>
              <a:gd name="T27" fmla="*/ 73 h 137"/>
              <a:gd name="T28" fmla="*/ 35 w 42"/>
              <a:gd name="T29" fmla="*/ 74 h 137"/>
              <a:gd name="T30" fmla="*/ 40 w 42"/>
              <a:gd name="T31" fmla="*/ 68 h 137"/>
              <a:gd name="T32" fmla="*/ 40 w 42"/>
              <a:gd name="T33" fmla="*/ 67 h 137"/>
              <a:gd name="T34" fmla="*/ 42 w 42"/>
              <a:gd name="T35" fmla="*/ 63 h 137"/>
              <a:gd name="T36" fmla="*/ 42 w 42"/>
              <a:gd name="T37" fmla="*/ 8 h 137"/>
              <a:gd name="T38" fmla="*/ 37 w 42"/>
              <a:gd name="T39" fmla="*/ 3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2" h="137">
                <a:moveTo>
                  <a:pt x="37" y="3"/>
                </a:moveTo>
                <a:cubicBezTo>
                  <a:pt x="37" y="3"/>
                  <a:pt x="36" y="3"/>
                  <a:pt x="36" y="3"/>
                </a:cubicBezTo>
                <a:cubicBezTo>
                  <a:pt x="28" y="1"/>
                  <a:pt x="28" y="1"/>
                  <a:pt x="28" y="1"/>
                </a:cubicBezTo>
                <a:cubicBezTo>
                  <a:pt x="15" y="24"/>
                  <a:pt x="15" y="24"/>
                  <a:pt x="15" y="24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75"/>
                  <a:pt x="2" y="75"/>
                  <a:pt x="2" y="75"/>
                </a:cubicBezTo>
                <a:cubicBezTo>
                  <a:pt x="2" y="75"/>
                  <a:pt x="2" y="78"/>
                  <a:pt x="0" y="81"/>
                </a:cubicBezTo>
                <a:cubicBezTo>
                  <a:pt x="0" y="137"/>
                  <a:pt x="0" y="137"/>
                  <a:pt x="0" y="137"/>
                </a:cubicBezTo>
                <a:cubicBezTo>
                  <a:pt x="14" y="137"/>
                  <a:pt x="14" y="137"/>
                  <a:pt x="14" y="137"/>
                </a:cubicBezTo>
                <a:cubicBezTo>
                  <a:pt x="15" y="74"/>
                  <a:pt x="15" y="74"/>
                  <a:pt x="15" y="74"/>
                </a:cubicBezTo>
                <a:cubicBezTo>
                  <a:pt x="16" y="137"/>
                  <a:pt x="16" y="137"/>
                  <a:pt x="16" y="137"/>
                </a:cubicBezTo>
                <a:cubicBezTo>
                  <a:pt x="32" y="137"/>
                  <a:pt x="32" y="137"/>
                  <a:pt x="32" y="137"/>
                </a:cubicBezTo>
                <a:cubicBezTo>
                  <a:pt x="32" y="73"/>
                  <a:pt x="32" y="73"/>
                  <a:pt x="32" y="73"/>
                </a:cubicBezTo>
                <a:cubicBezTo>
                  <a:pt x="33" y="73"/>
                  <a:pt x="34" y="74"/>
                  <a:pt x="35" y="74"/>
                </a:cubicBezTo>
                <a:cubicBezTo>
                  <a:pt x="37" y="74"/>
                  <a:pt x="40" y="71"/>
                  <a:pt x="40" y="68"/>
                </a:cubicBezTo>
                <a:cubicBezTo>
                  <a:pt x="40" y="68"/>
                  <a:pt x="40" y="67"/>
                  <a:pt x="40" y="67"/>
                </a:cubicBezTo>
                <a:cubicBezTo>
                  <a:pt x="41" y="66"/>
                  <a:pt x="42" y="65"/>
                  <a:pt x="42" y="63"/>
                </a:cubicBezTo>
                <a:cubicBezTo>
                  <a:pt x="42" y="8"/>
                  <a:pt x="42" y="8"/>
                  <a:pt x="42" y="8"/>
                </a:cubicBezTo>
                <a:cubicBezTo>
                  <a:pt x="42" y="6"/>
                  <a:pt x="40" y="3"/>
                  <a:pt x="37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3" name="Freeform 34"/>
          <p:cNvSpPr/>
          <p:nvPr/>
        </p:nvSpPr>
        <p:spPr bwMode="auto">
          <a:xfrm>
            <a:off x="6623050" y="2616404"/>
            <a:ext cx="104775" cy="117475"/>
          </a:xfrm>
          <a:custGeom>
            <a:avLst/>
            <a:gdLst>
              <a:gd name="T0" fmla="*/ 32 w 35"/>
              <a:gd name="T1" fmla="*/ 18 h 39"/>
              <a:gd name="T2" fmla="*/ 17 w 35"/>
              <a:gd name="T3" fmla="*/ 0 h 39"/>
              <a:gd name="T4" fmla="*/ 2 w 35"/>
              <a:gd name="T5" fmla="*/ 18 h 39"/>
              <a:gd name="T6" fmla="*/ 0 w 35"/>
              <a:gd name="T7" fmla="*/ 22 h 39"/>
              <a:gd name="T8" fmla="*/ 3 w 35"/>
              <a:gd name="T9" fmla="*/ 26 h 39"/>
              <a:gd name="T10" fmla="*/ 3 w 35"/>
              <a:gd name="T11" fmla="*/ 26 h 39"/>
              <a:gd name="T12" fmla="*/ 17 w 35"/>
              <a:gd name="T13" fmla="*/ 39 h 39"/>
              <a:gd name="T14" fmla="*/ 32 w 35"/>
              <a:gd name="T15" fmla="*/ 26 h 39"/>
              <a:gd name="T16" fmla="*/ 32 w 35"/>
              <a:gd name="T17" fmla="*/ 26 h 39"/>
              <a:gd name="T18" fmla="*/ 35 w 35"/>
              <a:gd name="T19" fmla="*/ 22 h 39"/>
              <a:gd name="T20" fmla="*/ 32 w 35"/>
              <a:gd name="T21" fmla="*/ 18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" h="39">
                <a:moveTo>
                  <a:pt x="32" y="18"/>
                </a:moveTo>
                <a:cubicBezTo>
                  <a:pt x="32" y="8"/>
                  <a:pt x="25" y="0"/>
                  <a:pt x="17" y="0"/>
                </a:cubicBezTo>
                <a:cubicBezTo>
                  <a:pt x="10" y="0"/>
                  <a:pt x="3" y="8"/>
                  <a:pt x="2" y="18"/>
                </a:cubicBezTo>
                <a:cubicBezTo>
                  <a:pt x="1" y="18"/>
                  <a:pt x="0" y="20"/>
                  <a:pt x="0" y="22"/>
                </a:cubicBezTo>
                <a:cubicBezTo>
                  <a:pt x="0" y="24"/>
                  <a:pt x="1" y="26"/>
                  <a:pt x="3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5" y="34"/>
                  <a:pt x="11" y="39"/>
                  <a:pt x="17" y="39"/>
                </a:cubicBezTo>
                <a:cubicBezTo>
                  <a:pt x="24" y="39"/>
                  <a:pt x="30" y="33"/>
                  <a:pt x="32" y="26"/>
                </a:cubicBezTo>
                <a:cubicBezTo>
                  <a:pt x="32" y="26"/>
                  <a:pt x="32" y="26"/>
                  <a:pt x="32" y="26"/>
                </a:cubicBezTo>
                <a:cubicBezTo>
                  <a:pt x="34" y="26"/>
                  <a:pt x="35" y="24"/>
                  <a:pt x="35" y="22"/>
                </a:cubicBezTo>
                <a:cubicBezTo>
                  <a:pt x="35" y="20"/>
                  <a:pt x="34" y="18"/>
                  <a:pt x="32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4" name="Freeform 35"/>
          <p:cNvSpPr/>
          <p:nvPr/>
        </p:nvSpPr>
        <p:spPr bwMode="auto">
          <a:xfrm>
            <a:off x="6596063" y="2730704"/>
            <a:ext cx="125412" cy="411163"/>
          </a:xfrm>
          <a:custGeom>
            <a:avLst/>
            <a:gdLst>
              <a:gd name="T0" fmla="*/ 40 w 42"/>
              <a:gd name="T1" fmla="*/ 75 h 137"/>
              <a:gd name="T2" fmla="*/ 41 w 42"/>
              <a:gd name="T3" fmla="*/ 0 h 137"/>
              <a:gd name="T4" fmla="*/ 39 w 42"/>
              <a:gd name="T5" fmla="*/ 0 h 137"/>
              <a:gd name="T6" fmla="*/ 28 w 42"/>
              <a:gd name="T7" fmla="*/ 24 h 137"/>
              <a:gd name="T8" fmla="*/ 15 w 42"/>
              <a:gd name="T9" fmla="*/ 0 h 137"/>
              <a:gd name="T10" fmla="*/ 6 w 42"/>
              <a:gd name="T11" fmla="*/ 3 h 137"/>
              <a:gd name="T12" fmla="*/ 5 w 42"/>
              <a:gd name="T13" fmla="*/ 3 h 137"/>
              <a:gd name="T14" fmla="*/ 0 w 42"/>
              <a:gd name="T15" fmla="*/ 8 h 137"/>
              <a:gd name="T16" fmla="*/ 0 w 42"/>
              <a:gd name="T17" fmla="*/ 62 h 137"/>
              <a:gd name="T18" fmla="*/ 2 w 42"/>
              <a:gd name="T19" fmla="*/ 67 h 137"/>
              <a:gd name="T20" fmla="*/ 2 w 42"/>
              <a:gd name="T21" fmla="*/ 68 h 137"/>
              <a:gd name="T22" fmla="*/ 7 w 42"/>
              <a:gd name="T23" fmla="*/ 73 h 137"/>
              <a:gd name="T24" fmla="*/ 10 w 42"/>
              <a:gd name="T25" fmla="*/ 72 h 137"/>
              <a:gd name="T26" fmla="*/ 9 w 42"/>
              <a:gd name="T27" fmla="*/ 136 h 137"/>
              <a:gd name="T28" fmla="*/ 25 w 42"/>
              <a:gd name="T29" fmla="*/ 136 h 137"/>
              <a:gd name="T30" fmla="*/ 27 w 42"/>
              <a:gd name="T31" fmla="*/ 74 h 137"/>
              <a:gd name="T32" fmla="*/ 27 w 42"/>
              <a:gd name="T33" fmla="*/ 137 h 137"/>
              <a:gd name="T34" fmla="*/ 41 w 42"/>
              <a:gd name="T35" fmla="*/ 137 h 137"/>
              <a:gd name="T36" fmla="*/ 42 w 42"/>
              <a:gd name="T37" fmla="*/ 81 h 137"/>
              <a:gd name="T38" fmla="*/ 40 w 42"/>
              <a:gd name="T39" fmla="*/ 75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2" h="137">
                <a:moveTo>
                  <a:pt x="40" y="75"/>
                </a:moveTo>
                <a:cubicBezTo>
                  <a:pt x="41" y="0"/>
                  <a:pt x="41" y="0"/>
                  <a:pt x="41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28" y="24"/>
                  <a:pt x="28" y="24"/>
                  <a:pt x="28" y="24"/>
                </a:cubicBezTo>
                <a:cubicBezTo>
                  <a:pt x="15" y="0"/>
                  <a:pt x="15" y="0"/>
                  <a:pt x="15" y="0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5" y="3"/>
                </a:cubicBezTo>
                <a:cubicBezTo>
                  <a:pt x="3" y="3"/>
                  <a:pt x="0" y="5"/>
                  <a:pt x="0" y="8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4"/>
                  <a:pt x="1" y="66"/>
                  <a:pt x="2" y="67"/>
                </a:cubicBezTo>
                <a:cubicBezTo>
                  <a:pt x="2" y="67"/>
                  <a:pt x="2" y="67"/>
                  <a:pt x="2" y="68"/>
                </a:cubicBezTo>
                <a:cubicBezTo>
                  <a:pt x="2" y="71"/>
                  <a:pt x="4" y="73"/>
                  <a:pt x="7" y="73"/>
                </a:cubicBezTo>
                <a:cubicBezTo>
                  <a:pt x="8" y="73"/>
                  <a:pt x="9" y="73"/>
                  <a:pt x="10" y="72"/>
                </a:cubicBezTo>
                <a:cubicBezTo>
                  <a:pt x="9" y="136"/>
                  <a:pt x="9" y="136"/>
                  <a:pt x="9" y="136"/>
                </a:cubicBezTo>
                <a:cubicBezTo>
                  <a:pt x="25" y="136"/>
                  <a:pt x="25" y="136"/>
                  <a:pt x="25" y="136"/>
                </a:cubicBezTo>
                <a:cubicBezTo>
                  <a:pt x="27" y="74"/>
                  <a:pt x="27" y="74"/>
                  <a:pt x="27" y="74"/>
                </a:cubicBezTo>
                <a:cubicBezTo>
                  <a:pt x="27" y="137"/>
                  <a:pt x="27" y="137"/>
                  <a:pt x="27" y="137"/>
                </a:cubicBezTo>
                <a:cubicBezTo>
                  <a:pt x="41" y="137"/>
                  <a:pt x="41" y="137"/>
                  <a:pt x="41" y="137"/>
                </a:cubicBezTo>
                <a:cubicBezTo>
                  <a:pt x="42" y="81"/>
                  <a:pt x="42" y="81"/>
                  <a:pt x="42" y="81"/>
                </a:cubicBezTo>
                <a:cubicBezTo>
                  <a:pt x="39" y="78"/>
                  <a:pt x="40" y="75"/>
                  <a:pt x="40" y="7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5" name="Freeform 36"/>
          <p:cNvSpPr/>
          <p:nvPr/>
        </p:nvSpPr>
        <p:spPr bwMode="auto">
          <a:xfrm>
            <a:off x="5241004" y="3135516"/>
            <a:ext cx="98425" cy="23813"/>
          </a:xfrm>
          <a:custGeom>
            <a:avLst/>
            <a:gdLst>
              <a:gd name="T0" fmla="*/ 33 w 33"/>
              <a:gd name="T1" fmla="*/ 4 h 8"/>
              <a:gd name="T2" fmla="*/ 29 w 33"/>
              <a:gd name="T3" fmla="*/ 8 h 8"/>
              <a:gd name="T4" fmla="*/ 4 w 33"/>
              <a:gd name="T5" fmla="*/ 8 h 8"/>
              <a:gd name="T6" fmla="*/ 0 w 33"/>
              <a:gd name="T7" fmla="*/ 4 h 8"/>
              <a:gd name="T8" fmla="*/ 0 w 33"/>
              <a:gd name="T9" fmla="*/ 4 h 8"/>
              <a:gd name="T10" fmla="*/ 4 w 33"/>
              <a:gd name="T11" fmla="*/ 0 h 8"/>
              <a:gd name="T12" fmla="*/ 29 w 33"/>
              <a:gd name="T13" fmla="*/ 0 h 8"/>
              <a:gd name="T14" fmla="*/ 33 w 33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" h="8">
                <a:moveTo>
                  <a:pt x="33" y="4"/>
                </a:moveTo>
                <a:cubicBezTo>
                  <a:pt x="33" y="6"/>
                  <a:pt x="31" y="8"/>
                  <a:pt x="29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31" y="0"/>
                  <a:pt x="33" y="2"/>
                  <a:pt x="33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6" name="Freeform 37"/>
          <p:cNvSpPr/>
          <p:nvPr/>
        </p:nvSpPr>
        <p:spPr bwMode="auto">
          <a:xfrm>
            <a:off x="5217192" y="3124404"/>
            <a:ext cx="146050" cy="23813"/>
          </a:xfrm>
          <a:custGeom>
            <a:avLst/>
            <a:gdLst>
              <a:gd name="T0" fmla="*/ 6 w 49"/>
              <a:gd name="T1" fmla="*/ 8 h 8"/>
              <a:gd name="T2" fmla="*/ 43 w 49"/>
              <a:gd name="T3" fmla="*/ 8 h 8"/>
              <a:gd name="T4" fmla="*/ 46 w 49"/>
              <a:gd name="T5" fmla="*/ 5 h 8"/>
              <a:gd name="T6" fmla="*/ 49 w 49"/>
              <a:gd name="T7" fmla="*/ 0 h 8"/>
              <a:gd name="T8" fmla="*/ 0 w 49"/>
              <a:gd name="T9" fmla="*/ 0 h 8"/>
              <a:gd name="T10" fmla="*/ 0 w 49"/>
              <a:gd name="T11" fmla="*/ 1 h 8"/>
              <a:gd name="T12" fmla="*/ 6 w 49"/>
              <a:gd name="T13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9" h="8">
                <a:moveTo>
                  <a:pt x="6" y="8"/>
                </a:moveTo>
                <a:cubicBezTo>
                  <a:pt x="43" y="8"/>
                  <a:pt x="43" y="8"/>
                  <a:pt x="43" y="8"/>
                </a:cubicBezTo>
                <a:cubicBezTo>
                  <a:pt x="43" y="7"/>
                  <a:pt x="44" y="6"/>
                  <a:pt x="46" y="5"/>
                </a:cubicBezTo>
                <a:cubicBezTo>
                  <a:pt x="48" y="3"/>
                  <a:pt x="49" y="1"/>
                  <a:pt x="4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1"/>
                  <a:pt x="0" y="1"/>
                </a:cubicBezTo>
                <a:cubicBezTo>
                  <a:pt x="0" y="2"/>
                  <a:pt x="5" y="6"/>
                  <a:pt x="6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7" name="Freeform 38"/>
          <p:cNvSpPr/>
          <p:nvPr/>
        </p:nvSpPr>
        <p:spPr bwMode="auto">
          <a:xfrm>
            <a:off x="5210842" y="3051379"/>
            <a:ext cx="158750" cy="15875"/>
          </a:xfrm>
          <a:custGeom>
            <a:avLst/>
            <a:gdLst>
              <a:gd name="T0" fmla="*/ 53 w 53"/>
              <a:gd name="T1" fmla="*/ 2 h 5"/>
              <a:gd name="T2" fmla="*/ 51 w 53"/>
              <a:gd name="T3" fmla="*/ 5 h 5"/>
              <a:gd name="T4" fmla="*/ 2 w 53"/>
              <a:gd name="T5" fmla="*/ 5 h 5"/>
              <a:gd name="T6" fmla="*/ 0 w 53"/>
              <a:gd name="T7" fmla="*/ 2 h 5"/>
              <a:gd name="T8" fmla="*/ 0 w 53"/>
              <a:gd name="T9" fmla="*/ 2 h 5"/>
              <a:gd name="T10" fmla="*/ 2 w 53"/>
              <a:gd name="T11" fmla="*/ 0 h 5"/>
              <a:gd name="T12" fmla="*/ 51 w 53"/>
              <a:gd name="T13" fmla="*/ 0 h 5"/>
              <a:gd name="T14" fmla="*/ 53 w 53"/>
              <a:gd name="T15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3" h="5">
                <a:moveTo>
                  <a:pt x="53" y="2"/>
                </a:moveTo>
                <a:cubicBezTo>
                  <a:pt x="53" y="4"/>
                  <a:pt x="52" y="5"/>
                  <a:pt x="51" y="5"/>
                </a:cubicBez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4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2" y="0"/>
                  <a:pt x="53" y="1"/>
                  <a:pt x="53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8" name="Freeform 39"/>
          <p:cNvSpPr/>
          <p:nvPr/>
        </p:nvSpPr>
        <p:spPr bwMode="auto">
          <a:xfrm>
            <a:off x="5210842" y="3072016"/>
            <a:ext cx="158750" cy="15875"/>
          </a:xfrm>
          <a:custGeom>
            <a:avLst/>
            <a:gdLst>
              <a:gd name="T0" fmla="*/ 53 w 53"/>
              <a:gd name="T1" fmla="*/ 3 h 5"/>
              <a:gd name="T2" fmla="*/ 51 w 53"/>
              <a:gd name="T3" fmla="*/ 5 h 5"/>
              <a:gd name="T4" fmla="*/ 2 w 53"/>
              <a:gd name="T5" fmla="*/ 5 h 5"/>
              <a:gd name="T6" fmla="*/ 0 w 53"/>
              <a:gd name="T7" fmla="*/ 3 h 5"/>
              <a:gd name="T8" fmla="*/ 0 w 53"/>
              <a:gd name="T9" fmla="*/ 3 h 5"/>
              <a:gd name="T10" fmla="*/ 2 w 53"/>
              <a:gd name="T11" fmla="*/ 0 h 5"/>
              <a:gd name="T12" fmla="*/ 51 w 53"/>
              <a:gd name="T13" fmla="*/ 0 h 5"/>
              <a:gd name="T14" fmla="*/ 53 w 53"/>
              <a:gd name="T15" fmla="*/ 3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3" h="5">
                <a:moveTo>
                  <a:pt x="53" y="3"/>
                </a:moveTo>
                <a:cubicBezTo>
                  <a:pt x="53" y="4"/>
                  <a:pt x="52" y="5"/>
                  <a:pt x="51" y="5"/>
                </a:cubicBez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4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2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2" y="0"/>
                  <a:pt x="53" y="1"/>
                  <a:pt x="53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9" name="Freeform 40"/>
          <p:cNvSpPr/>
          <p:nvPr/>
        </p:nvSpPr>
        <p:spPr bwMode="auto">
          <a:xfrm>
            <a:off x="5210842" y="3097416"/>
            <a:ext cx="158750" cy="14288"/>
          </a:xfrm>
          <a:custGeom>
            <a:avLst/>
            <a:gdLst>
              <a:gd name="T0" fmla="*/ 53 w 53"/>
              <a:gd name="T1" fmla="*/ 2 h 5"/>
              <a:gd name="T2" fmla="*/ 51 w 53"/>
              <a:gd name="T3" fmla="*/ 5 h 5"/>
              <a:gd name="T4" fmla="*/ 2 w 53"/>
              <a:gd name="T5" fmla="*/ 5 h 5"/>
              <a:gd name="T6" fmla="*/ 0 w 53"/>
              <a:gd name="T7" fmla="*/ 2 h 5"/>
              <a:gd name="T8" fmla="*/ 0 w 53"/>
              <a:gd name="T9" fmla="*/ 2 h 5"/>
              <a:gd name="T10" fmla="*/ 2 w 53"/>
              <a:gd name="T11" fmla="*/ 0 h 5"/>
              <a:gd name="T12" fmla="*/ 51 w 53"/>
              <a:gd name="T13" fmla="*/ 0 h 5"/>
              <a:gd name="T14" fmla="*/ 53 w 53"/>
              <a:gd name="T15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3" h="5">
                <a:moveTo>
                  <a:pt x="53" y="2"/>
                </a:moveTo>
                <a:cubicBezTo>
                  <a:pt x="53" y="4"/>
                  <a:pt x="52" y="5"/>
                  <a:pt x="51" y="5"/>
                </a:cubicBez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4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2" y="0"/>
                  <a:pt x="53" y="1"/>
                  <a:pt x="53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0" name="Freeform 41"/>
          <p:cNvSpPr/>
          <p:nvPr/>
        </p:nvSpPr>
        <p:spPr bwMode="auto">
          <a:xfrm>
            <a:off x="5210842" y="3114879"/>
            <a:ext cx="158750" cy="12700"/>
          </a:xfrm>
          <a:custGeom>
            <a:avLst/>
            <a:gdLst>
              <a:gd name="T0" fmla="*/ 53 w 53"/>
              <a:gd name="T1" fmla="*/ 2 h 4"/>
              <a:gd name="T2" fmla="*/ 51 w 53"/>
              <a:gd name="T3" fmla="*/ 4 h 4"/>
              <a:gd name="T4" fmla="*/ 2 w 53"/>
              <a:gd name="T5" fmla="*/ 4 h 4"/>
              <a:gd name="T6" fmla="*/ 0 w 53"/>
              <a:gd name="T7" fmla="*/ 2 h 4"/>
              <a:gd name="T8" fmla="*/ 0 w 53"/>
              <a:gd name="T9" fmla="*/ 2 h 4"/>
              <a:gd name="T10" fmla="*/ 2 w 53"/>
              <a:gd name="T11" fmla="*/ 0 h 4"/>
              <a:gd name="T12" fmla="*/ 51 w 53"/>
              <a:gd name="T13" fmla="*/ 0 h 4"/>
              <a:gd name="T14" fmla="*/ 53 w 53"/>
              <a:gd name="T15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3" h="4">
                <a:moveTo>
                  <a:pt x="53" y="2"/>
                </a:moveTo>
                <a:cubicBezTo>
                  <a:pt x="53" y="3"/>
                  <a:pt x="52" y="4"/>
                  <a:pt x="51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2" y="0"/>
                  <a:pt x="53" y="1"/>
                  <a:pt x="53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1" name="Freeform 42"/>
          <p:cNvSpPr/>
          <p:nvPr/>
        </p:nvSpPr>
        <p:spPr bwMode="auto">
          <a:xfrm>
            <a:off x="5207667" y="3027566"/>
            <a:ext cx="165100" cy="15875"/>
          </a:xfrm>
          <a:custGeom>
            <a:avLst/>
            <a:gdLst>
              <a:gd name="T0" fmla="*/ 55 w 55"/>
              <a:gd name="T1" fmla="*/ 3 h 5"/>
              <a:gd name="T2" fmla="*/ 52 w 55"/>
              <a:gd name="T3" fmla="*/ 5 h 5"/>
              <a:gd name="T4" fmla="*/ 3 w 55"/>
              <a:gd name="T5" fmla="*/ 5 h 5"/>
              <a:gd name="T6" fmla="*/ 0 w 55"/>
              <a:gd name="T7" fmla="*/ 3 h 5"/>
              <a:gd name="T8" fmla="*/ 0 w 55"/>
              <a:gd name="T9" fmla="*/ 3 h 5"/>
              <a:gd name="T10" fmla="*/ 3 w 55"/>
              <a:gd name="T11" fmla="*/ 0 h 5"/>
              <a:gd name="T12" fmla="*/ 52 w 55"/>
              <a:gd name="T13" fmla="*/ 0 h 5"/>
              <a:gd name="T14" fmla="*/ 55 w 55"/>
              <a:gd name="T15" fmla="*/ 3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5" h="5">
                <a:moveTo>
                  <a:pt x="55" y="3"/>
                </a:moveTo>
                <a:cubicBezTo>
                  <a:pt x="55" y="4"/>
                  <a:pt x="54" y="5"/>
                  <a:pt x="52" y="5"/>
                </a:cubicBezTo>
                <a:cubicBezTo>
                  <a:pt x="3" y="5"/>
                  <a:pt x="3" y="5"/>
                  <a:pt x="3" y="5"/>
                </a:cubicBezTo>
                <a:cubicBezTo>
                  <a:pt x="1" y="5"/>
                  <a:pt x="0" y="4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4" y="0"/>
                  <a:pt x="55" y="1"/>
                  <a:pt x="55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2" name="Freeform 43"/>
          <p:cNvSpPr>
            <a:spLocks noEditPoints="1"/>
          </p:cNvSpPr>
          <p:nvPr/>
        </p:nvSpPr>
        <p:spPr bwMode="auto">
          <a:xfrm>
            <a:off x="5096542" y="2535441"/>
            <a:ext cx="384175" cy="477838"/>
          </a:xfrm>
          <a:custGeom>
            <a:avLst/>
            <a:gdLst>
              <a:gd name="T0" fmla="*/ 41 w 128"/>
              <a:gd name="T1" fmla="*/ 159 h 159"/>
              <a:gd name="T2" fmla="*/ 39 w 128"/>
              <a:gd name="T3" fmla="*/ 159 h 159"/>
              <a:gd name="T4" fmla="*/ 37 w 128"/>
              <a:gd name="T5" fmla="*/ 158 h 159"/>
              <a:gd name="T6" fmla="*/ 29 w 128"/>
              <a:gd name="T7" fmla="*/ 145 h 159"/>
              <a:gd name="T8" fmla="*/ 28 w 128"/>
              <a:gd name="T9" fmla="*/ 139 h 159"/>
              <a:gd name="T10" fmla="*/ 27 w 128"/>
              <a:gd name="T11" fmla="*/ 132 h 159"/>
              <a:gd name="T12" fmla="*/ 19 w 128"/>
              <a:gd name="T13" fmla="*/ 116 h 159"/>
              <a:gd name="T14" fmla="*/ 17 w 128"/>
              <a:gd name="T15" fmla="*/ 112 h 159"/>
              <a:gd name="T16" fmla="*/ 16 w 128"/>
              <a:gd name="T17" fmla="*/ 110 h 159"/>
              <a:gd name="T18" fmla="*/ 6 w 128"/>
              <a:gd name="T19" fmla="*/ 92 h 159"/>
              <a:gd name="T20" fmla="*/ 0 w 128"/>
              <a:gd name="T21" fmla="*/ 64 h 159"/>
              <a:gd name="T22" fmla="*/ 0 w 128"/>
              <a:gd name="T23" fmla="*/ 60 h 159"/>
              <a:gd name="T24" fmla="*/ 6 w 128"/>
              <a:gd name="T25" fmla="*/ 35 h 159"/>
              <a:gd name="T26" fmla="*/ 19 w 128"/>
              <a:gd name="T27" fmla="*/ 18 h 159"/>
              <a:gd name="T28" fmla="*/ 60 w 128"/>
              <a:gd name="T29" fmla="*/ 0 h 159"/>
              <a:gd name="T30" fmla="*/ 65 w 128"/>
              <a:gd name="T31" fmla="*/ 0 h 159"/>
              <a:gd name="T32" fmla="*/ 109 w 128"/>
              <a:gd name="T33" fmla="*/ 18 h 159"/>
              <a:gd name="T34" fmla="*/ 128 w 128"/>
              <a:gd name="T35" fmla="*/ 62 h 159"/>
              <a:gd name="T36" fmla="*/ 128 w 128"/>
              <a:gd name="T37" fmla="*/ 64 h 159"/>
              <a:gd name="T38" fmla="*/ 114 w 128"/>
              <a:gd name="T39" fmla="*/ 107 h 159"/>
              <a:gd name="T40" fmla="*/ 111 w 128"/>
              <a:gd name="T41" fmla="*/ 112 h 159"/>
              <a:gd name="T42" fmla="*/ 109 w 128"/>
              <a:gd name="T43" fmla="*/ 116 h 159"/>
              <a:gd name="T44" fmla="*/ 101 w 128"/>
              <a:gd name="T45" fmla="*/ 132 h 159"/>
              <a:gd name="T46" fmla="*/ 100 w 128"/>
              <a:gd name="T47" fmla="*/ 139 h 159"/>
              <a:gd name="T48" fmla="*/ 92 w 128"/>
              <a:gd name="T49" fmla="*/ 158 h 159"/>
              <a:gd name="T50" fmla="*/ 90 w 128"/>
              <a:gd name="T51" fmla="*/ 159 h 159"/>
              <a:gd name="T52" fmla="*/ 86 w 128"/>
              <a:gd name="T53" fmla="*/ 159 h 159"/>
              <a:gd name="T54" fmla="*/ 73 w 128"/>
              <a:gd name="T55" fmla="*/ 159 h 159"/>
              <a:gd name="T56" fmla="*/ 60 w 128"/>
              <a:gd name="T57" fmla="*/ 159 h 159"/>
              <a:gd name="T58" fmla="*/ 41 w 128"/>
              <a:gd name="T59" fmla="*/ 159 h 159"/>
              <a:gd name="T60" fmla="*/ 65 w 128"/>
              <a:gd name="T61" fmla="*/ 11 h 159"/>
              <a:gd name="T62" fmla="*/ 61 w 128"/>
              <a:gd name="T63" fmla="*/ 11 h 159"/>
              <a:gd name="T64" fmla="*/ 27 w 128"/>
              <a:gd name="T65" fmla="*/ 26 h 159"/>
              <a:gd name="T66" fmla="*/ 16 w 128"/>
              <a:gd name="T67" fmla="*/ 40 h 159"/>
              <a:gd name="T68" fmla="*/ 11 w 128"/>
              <a:gd name="T69" fmla="*/ 60 h 159"/>
              <a:gd name="T70" fmla="*/ 11 w 128"/>
              <a:gd name="T71" fmla="*/ 64 h 159"/>
              <a:gd name="T72" fmla="*/ 16 w 128"/>
              <a:gd name="T73" fmla="*/ 87 h 159"/>
              <a:gd name="T74" fmla="*/ 25 w 128"/>
              <a:gd name="T75" fmla="*/ 105 h 159"/>
              <a:gd name="T76" fmla="*/ 27 w 128"/>
              <a:gd name="T77" fmla="*/ 107 h 159"/>
              <a:gd name="T78" fmla="*/ 29 w 128"/>
              <a:gd name="T79" fmla="*/ 111 h 159"/>
              <a:gd name="T80" fmla="*/ 37 w 128"/>
              <a:gd name="T81" fmla="*/ 129 h 159"/>
              <a:gd name="T82" fmla="*/ 39 w 128"/>
              <a:gd name="T83" fmla="*/ 138 h 159"/>
              <a:gd name="T84" fmla="*/ 40 w 128"/>
              <a:gd name="T85" fmla="*/ 143 h 159"/>
              <a:gd name="T86" fmla="*/ 43 w 128"/>
              <a:gd name="T87" fmla="*/ 148 h 159"/>
              <a:gd name="T88" fmla="*/ 60 w 128"/>
              <a:gd name="T89" fmla="*/ 148 h 159"/>
              <a:gd name="T90" fmla="*/ 73 w 128"/>
              <a:gd name="T91" fmla="*/ 148 h 159"/>
              <a:gd name="T92" fmla="*/ 86 w 128"/>
              <a:gd name="T93" fmla="*/ 148 h 159"/>
              <a:gd name="T94" fmla="*/ 89 w 128"/>
              <a:gd name="T95" fmla="*/ 138 h 159"/>
              <a:gd name="T96" fmla="*/ 91 w 128"/>
              <a:gd name="T97" fmla="*/ 128 h 159"/>
              <a:gd name="T98" fmla="*/ 99 w 128"/>
              <a:gd name="T99" fmla="*/ 111 h 159"/>
              <a:gd name="T100" fmla="*/ 101 w 128"/>
              <a:gd name="T101" fmla="*/ 107 h 159"/>
              <a:gd name="T102" fmla="*/ 104 w 128"/>
              <a:gd name="T103" fmla="*/ 101 h 159"/>
              <a:gd name="T104" fmla="*/ 117 w 128"/>
              <a:gd name="T105" fmla="*/ 63 h 159"/>
              <a:gd name="T106" fmla="*/ 117 w 128"/>
              <a:gd name="T107" fmla="*/ 62 h 159"/>
              <a:gd name="T108" fmla="*/ 102 w 128"/>
              <a:gd name="T109" fmla="*/ 26 h 159"/>
              <a:gd name="T110" fmla="*/ 65 w 128"/>
              <a:gd name="T111" fmla="*/ 11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28" h="159">
                <a:moveTo>
                  <a:pt x="41" y="159"/>
                </a:moveTo>
                <a:cubicBezTo>
                  <a:pt x="39" y="159"/>
                  <a:pt x="39" y="159"/>
                  <a:pt x="39" y="159"/>
                </a:cubicBezTo>
                <a:cubicBezTo>
                  <a:pt x="37" y="158"/>
                  <a:pt x="37" y="158"/>
                  <a:pt x="37" y="158"/>
                </a:cubicBezTo>
                <a:cubicBezTo>
                  <a:pt x="33" y="155"/>
                  <a:pt x="29" y="151"/>
                  <a:pt x="29" y="145"/>
                </a:cubicBezTo>
                <a:cubicBezTo>
                  <a:pt x="28" y="143"/>
                  <a:pt x="28" y="141"/>
                  <a:pt x="28" y="139"/>
                </a:cubicBezTo>
                <a:cubicBezTo>
                  <a:pt x="28" y="137"/>
                  <a:pt x="27" y="134"/>
                  <a:pt x="27" y="132"/>
                </a:cubicBezTo>
                <a:cubicBezTo>
                  <a:pt x="25" y="126"/>
                  <a:pt x="22" y="121"/>
                  <a:pt x="19" y="116"/>
                </a:cubicBezTo>
                <a:cubicBezTo>
                  <a:pt x="19" y="115"/>
                  <a:pt x="18" y="114"/>
                  <a:pt x="17" y="112"/>
                </a:cubicBezTo>
                <a:cubicBezTo>
                  <a:pt x="16" y="110"/>
                  <a:pt x="16" y="110"/>
                  <a:pt x="16" y="110"/>
                </a:cubicBezTo>
                <a:cubicBezTo>
                  <a:pt x="12" y="104"/>
                  <a:pt x="9" y="98"/>
                  <a:pt x="6" y="92"/>
                </a:cubicBezTo>
                <a:cubicBezTo>
                  <a:pt x="3" y="84"/>
                  <a:pt x="1" y="76"/>
                  <a:pt x="0" y="64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51"/>
                  <a:pt x="2" y="43"/>
                  <a:pt x="6" y="35"/>
                </a:cubicBezTo>
                <a:cubicBezTo>
                  <a:pt x="9" y="28"/>
                  <a:pt x="14" y="23"/>
                  <a:pt x="19" y="18"/>
                </a:cubicBezTo>
                <a:cubicBezTo>
                  <a:pt x="30" y="6"/>
                  <a:pt x="44" y="0"/>
                  <a:pt x="60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83" y="1"/>
                  <a:pt x="98" y="7"/>
                  <a:pt x="109" y="18"/>
                </a:cubicBezTo>
                <a:cubicBezTo>
                  <a:pt x="121" y="30"/>
                  <a:pt x="128" y="44"/>
                  <a:pt x="128" y="62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7" y="82"/>
                  <a:pt x="120" y="95"/>
                  <a:pt x="114" y="107"/>
                </a:cubicBezTo>
                <a:cubicBezTo>
                  <a:pt x="113" y="108"/>
                  <a:pt x="112" y="110"/>
                  <a:pt x="111" y="112"/>
                </a:cubicBezTo>
                <a:cubicBezTo>
                  <a:pt x="110" y="113"/>
                  <a:pt x="110" y="114"/>
                  <a:pt x="109" y="116"/>
                </a:cubicBezTo>
                <a:cubicBezTo>
                  <a:pt x="106" y="121"/>
                  <a:pt x="103" y="126"/>
                  <a:pt x="101" y="132"/>
                </a:cubicBezTo>
                <a:cubicBezTo>
                  <a:pt x="101" y="134"/>
                  <a:pt x="100" y="137"/>
                  <a:pt x="100" y="139"/>
                </a:cubicBezTo>
                <a:cubicBezTo>
                  <a:pt x="99" y="146"/>
                  <a:pt x="98" y="154"/>
                  <a:pt x="92" y="158"/>
                </a:cubicBezTo>
                <a:cubicBezTo>
                  <a:pt x="90" y="159"/>
                  <a:pt x="90" y="159"/>
                  <a:pt x="90" y="159"/>
                </a:cubicBezTo>
                <a:cubicBezTo>
                  <a:pt x="86" y="159"/>
                  <a:pt x="86" y="159"/>
                  <a:pt x="86" y="159"/>
                </a:cubicBezTo>
                <a:cubicBezTo>
                  <a:pt x="82" y="159"/>
                  <a:pt x="77" y="159"/>
                  <a:pt x="73" y="159"/>
                </a:cubicBezTo>
                <a:cubicBezTo>
                  <a:pt x="69" y="159"/>
                  <a:pt x="64" y="159"/>
                  <a:pt x="60" y="159"/>
                </a:cubicBezTo>
                <a:cubicBezTo>
                  <a:pt x="53" y="159"/>
                  <a:pt x="47" y="159"/>
                  <a:pt x="41" y="159"/>
                </a:cubicBezTo>
                <a:close/>
                <a:moveTo>
                  <a:pt x="65" y="11"/>
                </a:moveTo>
                <a:cubicBezTo>
                  <a:pt x="61" y="11"/>
                  <a:pt x="61" y="11"/>
                  <a:pt x="61" y="11"/>
                </a:cubicBezTo>
                <a:cubicBezTo>
                  <a:pt x="47" y="11"/>
                  <a:pt x="36" y="16"/>
                  <a:pt x="27" y="26"/>
                </a:cubicBezTo>
                <a:cubicBezTo>
                  <a:pt x="23" y="30"/>
                  <a:pt x="19" y="34"/>
                  <a:pt x="16" y="40"/>
                </a:cubicBezTo>
                <a:cubicBezTo>
                  <a:pt x="13" y="47"/>
                  <a:pt x="12" y="53"/>
                  <a:pt x="11" y="60"/>
                </a:cubicBezTo>
                <a:cubicBezTo>
                  <a:pt x="11" y="64"/>
                  <a:pt x="11" y="64"/>
                  <a:pt x="11" y="64"/>
                </a:cubicBezTo>
                <a:cubicBezTo>
                  <a:pt x="12" y="74"/>
                  <a:pt x="13" y="81"/>
                  <a:pt x="16" y="87"/>
                </a:cubicBezTo>
                <a:cubicBezTo>
                  <a:pt x="19" y="93"/>
                  <a:pt x="22" y="99"/>
                  <a:pt x="25" y="105"/>
                </a:cubicBezTo>
                <a:cubicBezTo>
                  <a:pt x="27" y="107"/>
                  <a:pt x="27" y="107"/>
                  <a:pt x="27" y="107"/>
                </a:cubicBezTo>
                <a:cubicBezTo>
                  <a:pt x="27" y="108"/>
                  <a:pt x="28" y="109"/>
                  <a:pt x="29" y="111"/>
                </a:cubicBezTo>
                <a:cubicBezTo>
                  <a:pt x="32" y="116"/>
                  <a:pt x="36" y="122"/>
                  <a:pt x="37" y="129"/>
                </a:cubicBezTo>
                <a:cubicBezTo>
                  <a:pt x="38" y="132"/>
                  <a:pt x="39" y="135"/>
                  <a:pt x="39" y="138"/>
                </a:cubicBezTo>
                <a:cubicBezTo>
                  <a:pt x="39" y="140"/>
                  <a:pt x="39" y="141"/>
                  <a:pt x="40" y="143"/>
                </a:cubicBezTo>
                <a:cubicBezTo>
                  <a:pt x="40" y="145"/>
                  <a:pt x="41" y="147"/>
                  <a:pt x="43" y="148"/>
                </a:cubicBezTo>
                <a:cubicBezTo>
                  <a:pt x="48" y="148"/>
                  <a:pt x="54" y="148"/>
                  <a:pt x="60" y="148"/>
                </a:cubicBezTo>
                <a:cubicBezTo>
                  <a:pt x="64" y="148"/>
                  <a:pt x="69" y="148"/>
                  <a:pt x="73" y="148"/>
                </a:cubicBezTo>
                <a:cubicBezTo>
                  <a:pt x="77" y="148"/>
                  <a:pt x="82" y="148"/>
                  <a:pt x="86" y="148"/>
                </a:cubicBezTo>
                <a:cubicBezTo>
                  <a:pt x="88" y="146"/>
                  <a:pt x="88" y="142"/>
                  <a:pt x="89" y="138"/>
                </a:cubicBezTo>
                <a:cubicBezTo>
                  <a:pt x="89" y="134"/>
                  <a:pt x="90" y="131"/>
                  <a:pt x="91" y="128"/>
                </a:cubicBezTo>
                <a:cubicBezTo>
                  <a:pt x="93" y="122"/>
                  <a:pt x="96" y="116"/>
                  <a:pt x="99" y="111"/>
                </a:cubicBezTo>
                <a:cubicBezTo>
                  <a:pt x="100" y="109"/>
                  <a:pt x="101" y="108"/>
                  <a:pt x="101" y="107"/>
                </a:cubicBezTo>
                <a:cubicBezTo>
                  <a:pt x="102" y="105"/>
                  <a:pt x="103" y="103"/>
                  <a:pt x="104" y="101"/>
                </a:cubicBezTo>
                <a:cubicBezTo>
                  <a:pt x="110" y="90"/>
                  <a:pt x="116" y="79"/>
                  <a:pt x="117" y="63"/>
                </a:cubicBezTo>
                <a:cubicBezTo>
                  <a:pt x="117" y="62"/>
                  <a:pt x="117" y="62"/>
                  <a:pt x="117" y="62"/>
                </a:cubicBezTo>
                <a:cubicBezTo>
                  <a:pt x="117" y="48"/>
                  <a:pt x="111" y="36"/>
                  <a:pt x="102" y="26"/>
                </a:cubicBezTo>
                <a:cubicBezTo>
                  <a:pt x="92" y="17"/>
                  <a:pt x="80" y="12"/>
                  <a:pt x="65" y="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3" name="Freeform 44"/>
          <p:cNvSpPr/>
          <p:nvPr/>
        </p:nvSpPr>
        <p:spPr bwMode="auto">
          <a:xfrm>
            <a:off x="5237829" y="4096875"/>
            <a:ext cx="215900" cy="242888"/>
          </a:xfrm>
          <a:custGeom>
            <a:avLst/>
            <a:gdLst>
              <a:gd name="T0" fmla="*/ 67 w 72"/>
              <a:gd name="T1" fmla="*/ 36 h 81"/>
              <a:gd name="T2" fmla="*/ 36 w 72"/>
              <a:gd name="T3" fmla="*/ 0 h 81"/>
              <a:gd name="T4" fmla="*/ 5 w 72"/>
              <a:gd name="T5" fmla="*/ 37 h 81"/>
              <a:gd name="T6" fmla="*/ 0 w 72"/>
              <a:gd name="T7" fmla="*/ 45 h 81"/>
              <a:gd name="T8" fmla="*/ 5 w 72"/>
              <a:gd name="T9" fmla="*/ 54 h 81"/>
              <a:gd name="T10" fmla="*/ 6 w 72"/>
              <a:gd name="T11" fmla="*/ 54 h 81"/>
              <a:gd name="T12" fmla="*/ 36 w 72"/>
              <a:gd name="T13" fmla="*/ 81 h 81"/>
              <a:gd name="T14" fmla="*/ 66 w 72"/>
              <a:gd name="T15" fmla="*/ 53 h 81"/>
              <a:gd name="T16" fmla="*/ 67 w 72"/>
              <a:gd name="T17" fmla="*/ 53 h 81"/>
              <a:gd name="T18" fmla="*/ 72 w 72"/>
              <a:gd name="T19" fmla="*/ 44 h 81"/>
              <a:gd name="T20" fmla="*/ 67 w 72"/>
              <a:gd name="T21" fmla="*/ 36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2" h="81">
                <a:moveTo>
                  <a:pt x="67" y="36"/>
                </a:moveTo>
                <a:cubicBezTo>
                  <a:pt x="65" y="16"/>
                  <a:pt x="52" y="0"/>
                  <a:pt x="36" y="0"/>
                </a:cubicBezTo>
                <a:cubicBezTo>
                  <a:pt x="19" y="0"/>
                  <a:pt x="6" y="16"/>
                  <a:pt x="5" y="37"/>
                </a:cubicBezTo>
                <a:cubicBezTo>
                  <a:pt x="2" y="38"/>
                  <a:pt x="0" y="41"/>
                  <a:pt x="0" y="45"/>
                </a:cubicBezTo>
                <a:cubicBezTo>
                  <a:pt x="0" y="50"/>
                  <a:pt x="2" y="54"/>
                  <a:pt x="5" y="54"/>
                </a:cubicBezTo>
                <a:cubicBezTo>
                  <a:pt x="6" y="54"/>
                  <a:pt x="6" y="54"/>
                  <a:pt x="6" y="54"/>
                </a:cubicBezTo>
                <a:cubicBezTo>
                  <a:pt x="11" y="69"/>
                  <a:pt x="22" y="81"/>
                  <a:pt x="36" y="81"/>
                </a:cubicBezTo>
                <a:cubicBezTo>
                  <a:pt x="50" y="81"/>
                  <a:pt x="62" y="69"/>
                  <a:pt x="66" y="53"/>
                </a:cubicBezTo>
                <a:cubicBezTo>
                  <a:pt x="66" y="53"/>
                  <a:pt x="67" y="53"/>
                  <a:pt x="67" y="53"/>
                </a:cubicBezTo>
                <a:cubicBezTo>
                  <a:pt x="70" y="53"/>
                  <a:pt x="72" y="49"/>
                  <a:pt x="72" y="44"/>
                </a:cubicBezTo>
                <a:cubicBezTo>
                  <a:pt x="72" y="40"/>
                  <a:pt x="70" y="36"/>
                  <a:pt x="67" y="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5" name="Freeform 45"/>
          <p:cNvSpPr/>
          <p:nvPr/>
        </p:nvSpPr>
        <p:spPr bwMode="auto">
          <a:xfrm>
            <a:off x="5120354" y="4335000"/>
            <a:ext cx="295275" cy="185738"/>
          </a:xfrm>
          <a:custGeom>
            <a:avLst/>
            <a:gdLst>
              <a:gd name="T0" fmla="*/ 94 w 98"/>
              <a:gd name="T1" fmla="*/ 4 h 62"/>
              <a:gd name="T2" fmla="*/ 77 w 98"/>
              <a:gd name="T3" fmla="*/ 45 h 62"/>
              <a:gd name="T4" fmla="*/ 54 w 98"/>
              <a:gd name="T5" fmla="*/ 1 h 62"/>
              <a:gd name="T6" fmla="*/ 7 w 98"/>
              <a:gd name="T7" fmla="*/ 20 h 62"/>
              <a:gd name="T8" fmla="*/ 2 w 98"/>
              <a:gd name="T9" fmla="*/ 62 h 62"/>
              <a:gd name="T10" fmla="*/ 72 w 98"/>
              <a:gd name="T11" fmla="*/ 62 h 62"/>
              <a:gd name="T12" fmla="*/ 98 w 98"/>
              <a:gd name="T13" fmla="*/ 40 h 62"/>
              <a:gd name="T14" fmla="*/ 94 w 98"/>
              <a:gd name="T15" fmla="*/ 4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8" h="62">
                <a:moveTo>
                  <a:pt x="94" y="4"/>
                </a:moveTo>
                <a:cubicBezTo>
                  <a:pt x="77" y="45"/>
                  <a:pt x="77" y="45"/>
                  <a:pt x="77" y="45"/>
                </a:cubicBezTo>
                <a:cubicBezTo>
                  <a:pt x="54" y="1"/>
                  <a:pt x="54" y="1"/>
                  <a:pt x="54" y="1"/>
                </a:cubicBezTo>
                <a:cubicBezTo>
                  <a:pt x="36" y="0"/>
                  <a:pt x="15" y="7"/>
                  <a:pt x="7" y="20"/>
                </a:cubicBezTo>
                <a:cubicBezTo>
                  <a:pt x="0" y="33"/>
                  <a:pt x="2" y="62"/>
                  <a:pt x="2" y="62"/>
                </a:cubicBezTo>
                <a:cubicBezTo>
                  <a:pt x="72" y="62"/>
                  <a:pt x="72" y="62"/>
                  <a:pt x="72" y="62"/>
                </a:cubicBezTo>
                <a:cubicBezTo>
                  <a:pt x="98" y="40"/>
                  <a:pt x="98" y="40"/>
                  <a:pt x="98" y="40"/>
                </a:cubicBezTo>
                <a:cubicBezTo>
                  <a:pt x="90" y="34"/>
                  <a:pt x="94" y="4"/>
                  <a:pt x="94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6" name="Oval 46"/>
          <p:cNvSpPr>
            <a:spLocks noChangeArrowheads="1"/>
          </p:cNvSpPr>
          <p:nvPr/>
        </p:nvSpPr>
        <p:spPr bwMode="auto">
          <a:xfrm>
            <a:off x="5382292" y="4295312"/>
            <a:ext cx="242887" cy="24606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7" name="Freeform 47"/>
          <p:cNvSpPr>
            <a:spLocks noEditPoints="1"/>
          </p:cNvSpPr>
          <p:nvPr/>
        </p:nvSpPr>
        <p:spPr bwMode="auto">
          <a:xfrm>
            <a:off x="5447379" y="4338175"/>
            <a:ext cx="114300" cy="161925"/>
          </a:xfrm>
          <a:custGeom>
            <a:avLst/>
            <a:gdLst>
              <a:gd name="T0" fmla="*/ 16 w 38"/>
              <a:gd name="T1" fmla="*/ 0 h 54"/>
              <a:gd name="T2" fmla="*/ 21 w 38"/>
              <a:gd name="T3" fmla="*/ 0 h 54"/>
              <a:gd name="T4" fmla="*/ 21 w 38"/>
              <a:gd name="T5" fmla="*/ 3 h 54"/>
              <a:gd name="T6" fmla="*/ 37 w 38"/>
              <a:gd name="T7" fmla="*/ 17 h 54"/>
              <a:gd name="T8" fmla="*/ 26 w 38"/>
              <a:gd name="T9" fmla="*/ 17 h 54"/>
              <a:gd name="T10" fmla="*/ 21 w 38"/>
              <a:gd name="T11" fmla="*/ 12 h 54"/>
              <a:gd name="T12" fmla="*/ 21 w 38"/>
              <a:gd name="T13" fmla="*/ 20 h 54"/>
              <a:gd name="T14" fmla="*/ 38 w 38"/>
              <a:gd name="T15" fmla="*/ 35 h 54"/>
              <a:gd name="T16" fmla="*/ 21 w 38"/>
              <a:gd name="T17" fmla="*/ 48 h 54"/>
              <a:gd name="T18" fmla="*/ 21 w 38"/>
              <a:gd name="T19" fmla="*/ 54 h 54"/>
              <a:gd name="T20" fmla="*/ 16 w 38"/>
              <a:gd name="T21" fmla="*/ 54 h 54"/>
              <a:gd name="T22" fmla="*/ 16 w 38"/>
              <a:gd name="T23" fmla="*/ 48 h 54"/>
              <a:gd name="T24" fmla="*/ 0 w 38"/>
              <a:gd name="T25" fmla="*/ 34 h 54"/>
              <a:gd name="T26" fmla="*/ 11 w 38"/>
              <a:gd name="T27" fmla="*/ 34 h 54"/>
              <a:gd name="T28" fmla="*/ 16 w 38"/>
              <a:gd name="T29" fmla="*/ 40 h 54"/>
              <a:gd name="T30" fmla="*/ 16 w 38"/>
              <a:gd name="T31" fmla="*/ 30 h 54"/>
              <a:gd name="T32" fmla="*/ 0 w 38"/>
              <a:gd name="T33" fmla="*/ 17 h 54"/>
              <a:gd name="T34" fmla="*/ 16 w 38"/>
              <a:gd name="T35" fmla="*/ 3 h 54"/>
              <a:gd name="T36" fmla="*/ 16 w 38"/>
              <a:gd name="T37" fmla="*/ 0 h 54"/>
              <a:gd name="T38" fmla="*/ 16 w 38"/>
              <a:gd name="T39" fmla="*/ 12 h 54"/>
              <a:gd name="T40" fmla="*/ 11 w 38"/>
              <a:gd name="T41" fmla="*/ 15 h 54"/>
              <a:gd name="T42" fmla="*/ 16 w 38"/>
              <a:gd name="T43" fmla="*/ 19 h 54"/>
              <a:gd name="T44" fmla="*/ 16 w 38"/>
              <a:gd name="T45" fmla="*/ 12 h 54"/>
              <a:gd name="T46" fmla="*/ 21 w 38"/>
              <a:gd name="T47" fmla="*/ 40 h 54"/>
              <a:gd name="T48" fmla="*/ 26 w 38"/>
              <a:gd name="T49" fmla="*/ 36 h 54"/>
              <a:gd name="T50" fmla="*/ 21 w 38"/>
              <a:gd name="T51" fmla="*/ 31 h 54"/>
              <a:gd name="T52" fmla="*/ 21 w 38"/>
              <a:gd name="T53" fmla="*/ 40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8" h="54">
                <a:moveTo>
                  <a:pt x="16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3"/>
                  <a:pt x="21" y="3"/>
                  <a:pt x="21" y="3"/>
                </a:cubicBezTo>
                <a:cubicBezTo>
                  <a:pt x="29" y="4"/>
                  <a:pt x="37" y="7"/>
                  <a:pt x="37" y="17"/>
                </a:cubicBezTo>
                <a:cubicBezTo>
                  <a:pt x="26" y="17"/>
                  <a:pt x="26" y="17"/>
                  <a:pt x="26" y="17"/>
                </a:cubicBezTo>
                <a:cubicBezTo>
                  <a:pt x="26" y="14"/>
                  <a:pt x="24" y="12"/>
                  <a:pt x="21" y="12"/>
                </a:cubicBezTo>
                <a:cubicBezTo>
                  <a:pt x="21" y="20"/>
                  <a:pt x="21" y="20"/>
                  <a:pt x="21" y="20"/>
                </a:cubicBezTo>
                <a:cubicBezTo>
                  <a:pt x="30" y="23"/>
                  <a:pt x="38" y="26"/>
                  <a:pt x="38" y="35"/>
                </a:cubicBezTo>
                <a:cubicBezTo>
                  <a:pt x="38" y="45"/>
                  <a:pt x="30" y="48"/>
                  <a:pt x="21" y="48"/>
                </a:cubicBezTo>
                <a:cubicBezTo>
                  <a:pt x="21" y="54"/>
                  <a:pt x="21" y="54"/>
                  <a:pt x="21" y="54"/>
                </a:cubicBezTo>
                <a:cubicBezTo>
                  <a:pt x="16" y="54"/>
                  <a:pt x="16" y="54"/>
                  <a:pt x="16" y="54"/>
                </a:cubicBezTo>
                <a:cubicBezTo>
                  <a:pt x="16" y="48"/>
                  <a:pt x="16" y="48"/>
                  <a:pt x="16" y="48"/>
                </a:cubicBezTo>
                <a:cubicBezTo>
                  <a:pt x="7" y="48"/>
                  <a:pt x="0" y="43"/>
                  <a:pt x="0" y="34"/>
                </a:cubicBezTo>
                <a:cubicBezTo>
                  <a:pt x="11" y="34"/>
                  <a:pt x="11" y="34"/>
                  <a:pt x="11" y="34"/>
                </a:cubicBezTo>
                <a:cubicBezTo>
                  <a:pt x="11" y="37"/>
                  <a:pt x="13" y="39"/>
                  <a:pt x="16" y="40"/>
                </a:cubicBezTo>
                <a:cubicBezTo>
                  <a:pt x="16" y="30"/>
                  <a:pt x="16" y="30"/>
                  <a:pt x="16" y="30"/>
                </a:cubicBezTo>
                <a:cubicBezTo>
                  <a:pt x="7" y="28"/>
                  <a:pt x="0" y="26"/>
                  <a:pt x="0" y="17"/>
                </a:cubicBezTo>
                <a:cubicBezTo>
                  <a:pt x="0" y="7"/>
                  <a:pt x="8" y="5"/>
                  <a:pt x="16" y="3"/>
                </a:cubicBezTo>
                <a:lnTo>
                  <a:pt x="16" y="0"/>
                </a:lnTo>
                <a:close/>
                <a:moveTo>
                  <a:pt x="16" y="12"/>
                </a:moveTo>
                <a:cubicBezTo>
                  <a:pt x="14" y="12"/>
                  <a:pt x="11" y="13"/>
                  <a:pt x="11" y="15"/>
                </a:cubicBezTo>
                <a:cubicBezTo>
                  <a:pt x="11" y="18"/>
                  <a:pt x="14" y="19"/>
                  <a:pt x="16" y="19"/>
                </a:cubicBezTo>
                <a:lnTo>
                  <a:pt x="16" y="12"/>
                </a:lnTo>
                <a:close/>
                <a:moveTo>
                  <a:pt x="21" y="40"/>
                </a:moveTo>
                <a:cubicBezTo>
                  <a:pt x="24" y="40"/>
                  <a:pt x="26" y="39"/>
                  <a:pt x="26" y="36"/>
                </a:cubicBezTo>
                <a:cubicBezTo>
                  <a:pt x="26" y="34"/>
                  <a:pt x="24" y="32"/>
                  <a:pt x="21" y="31"/>
                </a:cubicBezTo>
                <a:lnTo>
                  <a:pt x="21" y="40"/>
                </a:lnTo>
                <a:close/>
              </a:path>
            </a:pathLst>
          </a:custGeom>
          <a:solidFill>
            <a:srgbClr val="88C3D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8" name="Freeform 48"/>
          <p:cNvSpPr/>
          <p:nvPr/>
        </p:nvSpPr>
        <p:spPr bwMode="auto">
          <a:xfrm>
            <a:off x="6673850" y="4144500"/>
            <a:ext cx="347662" cy="33338"/>
          </a:xfrm>
          <a:custGeom>
            <a:avLst/>
            <a:gdLst>
              <a:gd name="T0" fmla="*/ 116 w 116"/>
              <a:gd name="T1" fmla="*/ 8 h 11"/>
              <a:gd name="T2" fmla="*/ 111 w 116"/>
              <a:gd name="T3" fmla="*/ 11 h 11"/>
              <a:gd name="T4" fmla="*/ 5 w 116"/>
              <a:gd name="T5" fmla="*/ 11 h 11"/>
              <a:gd name="T6" fmla="*/ 0 w 116"/>
              <a:gd name="T7" fmla="*/ 8 h 11"/>
              <a:gd name="T8" fmla="*/ 0 w 116"/>
              <a:gd name="T9" fmla="*/ 3 h 11"/>
              <a:gd name="T10" fmla="*/ 5 w 116"/>
              <a:gd name="T11" fmla="*/ 0 h 11"/>
              <a:gd name="T12" fmla="*/ 111 w 116"/>
              <a:gd name="T13" fmla="*/ 0 h 11"/>
              <a:gd name="T14" fmla="*/ 116 w 116"/>
              <a:gd name="T15" fmla="*/ 3 h 11"/>
              <a:gd name="T16" fmla="*/ 116 w 116"/>
              <a:gd name="T17" fmla="*/ 8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6" h="11">
                <a:moveTo>
                  <a:pt x="116" y="8"/>
                </a:moveTo>
                <a:cubicBezTo>
                  <a:pt x="116" y="10"/>
                  <a:pt x="114" y="11"/>
                  <a:pt x="111" y="11"/>
                </a:cubicBezTo>
                <a:cubicBezTo>
                  <a:pt x="5" y="11"/>
                  <a:pt x="5" y="11"/>
                  <a:pt x="5" y="11"/>
                </a:cubicBezTo>
                <a:cubicBezTo>
                  <a:pt x="2" y="11"/>
                  <a:pt x="0" y="10"/>
                  <a:pt x="0" y="8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2" y="0"/>
                  <a:pt x="5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4" y="0"/>
                  <a:pt x="116" y="2"/>
                  <a:pt x="116" y="3"/>
                </a:cubicBezTo>
                <a:lnTo>
                  <a:pt x="116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9" name="Freeform 49"/>
          <p:cNvSpPr>
            <a:spLocks noEditPoints="1"/>
          </p:cNvSpPr>
          <p:nvPr/>
        </p:nvSpPr>
        <p:spPr bwMode="auto">
          <a:xfrm>
            <a:off x="6691313" y="4196887"/>
            <a:ext cx="309562" cy="330200"/>
          </a:xfrm>
          <a:custGeom>
            <a:avLst/>
            <a:gdLst>
              <a:gd name="T0" fmla="*/ 93 w 103"/>
              <a:gd name="T1" fmla="*/ 100 h 110"/>
              <a:gd name="T2" fmla="*/ 53 w 103"/>
              <a:gd name="T3" fmla="*/ 59 h 110"/>
              <a:gd name="T4" fmla="*/ 100 w 103"/>
              <a:gd name="T5" fmla="*/ 0 h 110"/>
              <a:gd name="T6" fmla="*/ 4 w 103"/>
              <a:gd name="T7" fmla="*/ 59 h 110"/>
              <a:gd name="T8" fmla="*/ 49 w 103"/>
              <a:gd name="T9" fmla="*/ 76 h 110"/>
              <a:gd name="T10" fmla="*/ 6 w 103"/>
              <a:gd name="T11" fmla="*/ 98 h 110"/>
              <a:gd name="T12" fmla="*/ 6 w 103"/>
              <a:gd name="T13" fmla="*/ 110 h 110"/>
              <a:gd name="T14" fmla="*/ 12 w 103"/>
              <a:gd name="T15" fmla="*/ 102 h 110"/>
              <a:gd name="T16" fmla="*/ 49 w 103"/>
              <a:gd name="T17" fmla="*/ 97 h 110"/>
              <a:gd name="T18" fmla="*/ 51 w 103"/>
              <a:gd name="T19" fmla="*/ 108 h 110"/>
              <a:gd name="T20" fmla="*/ 53 w 103"/>
              <a:gd name="T21" fmla="*/ 97 h 110"/>
              <a:gd name="T22" fmla="*/ 91 w 103"/>
              <a:gd name="T23" fmla="*/ 102 h 110"/>
              <a:gd name="T24" fmla="*/ 97 w 103"/>
              <a:gd name="T25" fmla="*/ 110 h 110"/>
              <a:gd name="T26" fmla="*/ 97 w 103"/>
              <a:gd name="T27" fmla="*/ 98 h 110"/>
              <a:gd name="T28" fmla="*/ 74 w 103"/>
              <a:gd name="T29" fmla="*/ 10 h 110"/>
              <a:gd name="T30" fmla="*/ 83 w 103"/>
              <a:gd name="T31" fmla="*/ 12 h 110"/>
              <a:gd name="T32" fmla="*/ 72 w 103"/>
              <a:gd name="T33" fmla="*/ 45 h 110"/>
              <a:gd name="T34" fmla="*/ 56 w 103"/>
              <a:gd name="T35" fmla="*/ 26 h 110"/>
              <a:gd name="T36" fmla="*/ 65 w 103"/>
              <a:gd name="T37" fmla="*/ 24 h 110"/>
              <a:gd name="T38" fmla="*/ 66 w 103"/>
              <a:gd name="T39" fmla="*/ 45 h 110"/>
              <a:gd name="T40" fmla="*/ 56 w 103"/>
              <a:gd name="T41" fmla="*/ 26 h 110"/>
              <a:gd name="T42" fmla="*/ 41 w 103"/>
              <a:gd name="T43" fmla="*/ 31 h 110"/>
              <a:gd name="T44" fmla="*/ 50 w 103"/>
              <a:gd name="T45" fmla="*/ 33 h 110"/>
              <a:gd name="T46" fmla="*/ 39 w 103"/>
              <a:gd name="T47" fmla="*/ 45 h 110"/>
              <a:gd name="T48" fmla="*/ 23 w 103"/>
              <a:gd name="T49" fmla="*/ 37 h 110"/>
              <a:gd name="T50" fmla="*/ 32 w 103"/>
              <a:gd name="T51" fmla="*/ 36 h 110"/>
              <a:gd name="T52" fmla="*/ 34 w 103"/>
              <a:gd name="T53" fmla="*/ 45 h 110"/>
              <a:gd name="T54" fmla="*/ 23 w 103"/>
              <a:gd name="T55" fmla="*/ 37 h 110"/>
              <a:gd name="T56" fmla="*/ 16 w 103"/>
              <a:gd name="T57" fmla="*/ 52 h 110"/>
              <a:gd name="T58" fmla="*/ 14 w 103"/>
              <a:gd name="T59" fmla="*/ 10 h 110"/>
              <a:gd name="T60" fmla="*/ 18 w 103"/>
              <a:gd name="T61" fmla="*/ 10 h 110"/>
              <a:gd name="T62" fmla="*/ 87 w 103"/>
              <a:gd name="T63" fmla="*/ 49 h 110"/>
              <a:gd name="T64" fmla="*/ 87 w 103"/>
              <a:gd name="T65" fmla="*/ 52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03" h="110">
                <a:moveTo>
                  <a:pt x="97" y="98"/>
                </a:moveTo>
                <a:cubicBezTo>
                  <a:pt x="96" y="98"/>
                  <a:pt x="94" y="99"/>
                  <a:pt x="93" y="100"/>
                </a:cubicBezTo>
                <a:cubicBezTo>
                  <a:pt x="53" y="76"/>
                  <a:pt x="53" y="76"/>
                  <a:pt x="53" y="76"/>
                </a:cubicBezTo>
                <a:cubicBezTo>
                  <a:pt x="53" y="59"/>
                  <a:pt x="53" y="59"/>
                  <a:pt x="53" y="59"/>
                </a:cubicBezTo>
                <a:cubicBezTo>
                  <a:pt x="100" y="59"/>
                  <a:pt x="100" y="59"/>
                  <a:pt x="100" y="59"/>
                </a:cubicBezTo>
                <a:cubicBezTo>
                  <a:pt x="100" y="0"/>
                  <a:pt x="100" y="0"/>
                  <a:pt x="100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59"/>
                  <a:pt x="4" y="59"/>
                  <a:pt x="4" y="59"/>
                </a:cubicBezTo>
                <a:cubicBezTo>
                  <a:pt x="49" y="59"/>
                  <a:pt x="49" y="59"/>
                  <a:pt x="49" y="59"/>
                </a:cubicBezTo>
                <a:cubicBezTo>
                  <a:pt x="49" y="76"/>
                  <a:pt x="49" y="76"/>
                  <a:pt x="49" y="76"/>
                </a:cubicBezTo>
                <a:cubicBezTo>
                  <a:pt x="10" y="100"/>
                  <a:pt x="10" y="100"/>
                  <a:pt x="10" y="100"/>
                </a:cubicBezTo>
                <a:cubicBezTo>
                  <a:pt x="9" y="99"/>
                  <a:pt x="8" y="98"/>
                  <a:pt x="6" y="98"/>
                </a:cubicBezTo>
                <a:cubicBezTo>
                  <a:pt x="3" y="98"/>
                  <a:pt x="0" y="101"/>
                  <a:pt x="0" y="104"/>
                </a:cubicBezTo>
                <a:cubicBezTo>
                  <a:pt x="0" y="107"/>
                  <a:pt x="3" y="110"/>
                  <a:pt x="6" y="110"/>
                </a:cubicBezTo>
                <a:cubicBezTo>
                  <a:pt x="9" y="110"/>
                  <a:pt x="12" y="107"/>
                  <a:pt x="12" y="104"/>
                </a:cubicBezTo>
                <a:cubicBezTo>
                  <a:pt x="12" y="103"/>
                  <a:pt x="12" y="103"/>
                  <a:pt x="12" y="102"/>
                </a:cubicBezTo>
                <a:cubicBezTo>
                  <a:pt x="49" y="80"/>
                  <a:pt x="49" y="80"/>
                  <a:pt x="49" y="80"/>
                </a:cubicBezTo>
                <a:cubicBezTo>
                  <a:pt x="49" y="97"/>
                  <a:pt x="49" y="97"/>
                  <a:pt x="49" y="97"/>
                </a:cubicBezTo>
                <a:cubicBezTo>
                  <a:pt x="47" y="98"/>
                  <a:pt x="45" y="100"/>
                  <a:pt x="45" y="103"/>
                </a:cubicBezTo>
                <a:cubicBezTo>
                  <a:pt x="45" y="106"/>
                  <a:pt x="48" y="108"/>
                  <a:pt x="51" y="108"/>
                </a:cubicBezTo>
                <a:cubicBezTo>
                  <a:pt x="54" y="108"/>
                  <a:pt x="57" y="106"/>
                  <a:pt x="57" y="103"/>
                </a:cubicBezTo>
                <a:cubicBezTo>
                  <a:pt x="57" y="100"/>
                  <a:pt x="55" y="98"/>
                  <a:pt x="53" y="97"/>
                </a:cubicBezTo>
                <a:cubicBezTo>
                  <a:pt x="53" y="79"/>
                  <a:pt x="53" y="79"/>
                  <a:pt x="53" y="79"/>
                </a:cubicBezTo>
                <a:cubicBezTo>
                  <a:pt x="91" y="102"/>
                  <a:pt x="91" y="102"/>
                  <a:pt x="91" y="102"/>
                </a:cubicBezTo>
                <a:cubicBezTo>
                  <a:pt x="91" y="103"/>
                  <a:pt x="91" y="103"/>
                  <a:pt x="91" y="104"/>
                </a:cubicBezTo>
                <a:cubicBezTo>
                  <a:pt x="91" y="107"/>
                  <a:pt x="94" y="110"/>
                  <a:pt x="97" y="110"/>
                </a:cubicBezTo>
                <a:cubicBezTo>
                  <a:pt x="100" y="110"/>
                  <a:pt x="103" y="107"/>
                  <a:pt x="103" y="104"/>
                </a:cubicBezTo>
                <a:cubicBezTo>
                  <a:pt x="103" y="101"/>
                  <a:pt x="100" y="98"/>
                  <a:pt x="97" y="98"/>
                </a:cubicBezTo>
                <a:close/>
                <a:moveTo>
                  <a:pt x="72" y="12"/>
                </a:moveTo>
                <a:cubicBezTo>
                  <a:pt x="72" y="11"/>
                  <a:pt x="73" y="10"/>
                  <a:pt x="74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2" y="10"/>
                  <a:pt x="83" y="11"/>
                  <a:pt x="83" y="12"/>
                </a:cubicBezTo>
                <a:cubicBezTo>
                  <a:pt x="83" y="45"/>
                  <a:pt x="83" y="45"/>
                  <a:pt x="83" y="45"/>
                </a:cubicBezTo>
                <a:cubicBezTo>
                  <a:pt x="72" y="45"/>
                  <a:pt x="72" y="45"/>
                  <a:pt x="72" y="45"/>
                </a:cubicBezTo>
                <a:lnTo>
                  <a:pt x="72" y="12"/>
                </a:lnTo>
                <a:close/>
                <a:moveTo>
                  <a:pt x="56" y="26"/>
                </a:moveTo>
                <a:cubicBezTo>
                  <a:pt x="56" y="25"/>
                  <a:pt x="56" y="24"/>
                  <a:pt x="57" y="24"/>
                </a:cubicBezTo>
                <a:cubicBezTo>
                  <a:pt x="65" y="24"/>
                  <a:pt x="65" y="24"/>
                  <a:pt x="65" y="24"/>
                </a:cubicBezTo>
                <a:cubicBezTo>
                  <a:pt x="66" y="24"/>
                  <a:pt x="66" y="25"/>
                  <a:pt x="66" y="26"/>
                </a:cubicBezTo>
                <a:cubicBezTo>
                  <a:pt x="66" y="45"/>
                  <a:pt x="66" y="45"/>
                  <a:pt x="66" y="45"/>
                </a:cubicBezTo>
                <a:cubicBezTo>
                  <a:pt x="56" y="45"/>
                  <a:pt x="56" y="45"/>
                  <a:pt x="56" y="45"/>
                </a:cubicBezTo>
                <a:lnTo>
                  <a:pt x="56" y="26"/>
                </a:lnTo>
                <a:close/>
                <a:moveTo>
                  <a:pt x="39" y="33"/>
                </a:moveTo>
                <a:cubicBezTo>
                  <a:pt x="39" y="32"/>
                  <a:pt x="40" y="31"/>
                  <a:pt x="41" y="31"/>
                </a:cubicBezTo>
                <a:cubicBezTo>
                  <a:pt x="48" y="31"/>
                  <a:pt x="48" y="31"/>
                  <a:pt x="48" y="31"/>
                </a:cubicBezTo>
                <a:cubicBezTo>
                  <a:pt x="49" y="31"/>
                  <a:pt x="50" y="32"/>
                  <a:pt x="50" y="33"/>
                </a:cubicBezTo>
                <a:cubicBezTo>
                  <a:pt x="50" y="45"/>
                  <a:pt x="50" y="45"/>
                  <a:pt x="50" y="45"/>
                </a:cubicBezTo>
                <a:cubicBezTo>
                  <a:pt x="39" y="45"/>
                  <a:pt x="39" y="45"/>
                  <a:pt x="39" y="45"/>
                </a:cubicBezTo>
                <a:lnTo>
                  <a:pt x="39" y="33"/>
                </a:lnTo>
                <a:close/>
                <a:moveTo>
                  <a:pt x="23" y="37"/>
                </a:moveTo>
                <a:cubicBezTo>
                  <a:pt x="23" y="36"/>
                  <a:pt x="24" y="36"/>
                  <a:pt x="25" y="36"/>
                </a:cubicBezTo>
                <a:cubicBezTo>
                  <a:pt x="32" y="36"/>
                  <a:pt x="32" y="36"/>
                  <a:pt x="32" y="36"/>
                </a:cubicBezTo>
                <a:cubicBezTo>
                  <a:pt x="33" y="36"/>
                  <a:pt x="34" y="36"/>
                  <a:pt x="34" y="37"/>
                </a:cubicBezTo>
                <a:cubicBezTo>
                  <a:pt x="34" y="45"/>
                  <a:pt x="34" y="45"/>
                  <a:pt x="34" y="45"/>
                </a:cubicBezTo>
                <a:cubicBezTo>
                  <a:pt x="23" y="45"/>
                  <a:pt x="23" y="45"/>
                  <a:pt x="23" y="45"/>
                </a:cubicBezTo>
                <a:lnTo>
                  <a:pt x="23" y="37"/>
                </a:lnTo>
                <a:close/>
                <a:moveTo>
                  <a:pt x="16" y="52"/>
                </a:moveTo>
                <a:cubicBezTo>
                  <a:pt x="16" y="52"/>
                  <a:pt x="16" y="52"/>
                  <a:pt x="16" y="52"/>
                </a:cubicBezTo>
                <a:cubicBezTo>
                  <a:pt x="15" y="52"/>
                  <a:pt x="14" y="51"/>
                  <a:pt x="14" y="50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0"/>
                  <a:pt x="15" y="9"/>
                  <a:pt x="16" y="9"/>
                </a:cubicBezTo>
                <a:cubicBezTo>
                  <a:pt x="17" y="9"/>
                  <a:pt x="18" y="10"/>
                  <a:pt x="18" y="10"/>
                </a:cubicBezTo>
                <a:cubicBezTo>
                  <a:pt x="18" y="49"/>
                  <a:pt x="18" y="49"/>
                  <a:pt x="18" y="49"/>
                </a:cubicBezTo>
                <a:cubicBezTo>
                  <a:pt x="87" y="49"/>
                  <a:pt x="87" y="49"/>
                  <a:pt x="87" y="49"/>
                </a:cubicBezTo>
                <a:cubicBezTo>
                  <a:pt x="88" y="49"/>
                  <a:pt x="89" y="49"/>
                  <a:pt x="89" y="50"/>
                </a:cubicBezTo>
                <a:cubicBezTo>
                  <a:pt x="89" y="51"/>
                  <a:pt x="88" y="52"/>
                  <a:pt x="87" y="52"/>
                </a:cubicBezTo>
                <a:lnTo>
                  <a:pt x="16" y="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0" name="Freeform 56"/>
          <p:cNvSpPr/>
          <p:nvPr/>
        </p:nvSpPr>
        <p:spPr bwMode="auto">
          <a:xfrm>
            <a:off x="6408738" y="1121900"/>
            <a:ext cx="255587" cy="417513"/>
          </a:xfrm>
          <a:custGeom>
            <a:avLst/>
            <a:gdLst>
              <a:gd name="T0" fmla="*/ 80 w 85"/>
              <a:gd name="T1" fmla="*/ 78 h 139"/>
              <a:gd name="T2" fmla="*/ 67 w 85"/>
              <a:gd name="T3" fmla="*/ 67 h 139"/>
              <a:gd name="T4" fmla="*/ 43 w 85"/>
              <a:gd name="T5" fmla="*/ 61 h 139"/>
              <a:gd name="T6" fmla="*/ 22 w 85"/>
              <a:gd name="T7" fmla="*/ 53 h 139"/>
              <a:gd name="T8" fmla="*/ 18 w 85"/>
              <a:gd name="T9" fmla="*/ 44 h 139"/>
              <a:gd name="T10" fmla="*/ 24 w 85"/>
              <a:gd name="T11" fmla="*/ 32 h 139"/>
              <a:gd name="T12" fmla="*/ 42 w 85"/>
              <a:gd name="T13" fmla="*/ 28 h 139"/>
              <a:gd name="T14" fmla="*/ 61 w 85"/>
              <a:gd name="T15" fmla="*/ 33 h 139"/>
              <a:gd name="T16" fmla="*/ 68 w 85"/>
              <a:gd name="T17" fmla="*/ 48 h 139"/>
              <a:gd name="T18" fmla="*/ 82 w 85"/>
              <a:gd name="T19" fmla="*/ 47 h 139"/>
              <a:gd name="T20" fmla="*/ 76 w 85"/>
              <a:gd name="T21" fmla="*/ 30 h 139"/>
              <a:gd name="T22" fmla="*/ 62 w 85"/>
              <a:gd name="T23" fmla="*/ 19 h 139"/>
              <a:gd name="T24" fmla="*/ 54 w 85"/>
              <a:gd name="T25" fmla="*/ 17 h 139"/>
              <a:gd name="T26" fmla="*/ 54 w 85"/>
              <a:gd name="T27" fmla="*/ 0 h 139"/>
              <a:gd name="T28" fmla="*/ 31 w 85"/>
              <a:gd name="T29" fmla="*/ 0 h 139"/>
              <a:gd name="T30" fmla="*/ 31 w 85"/>
              <a:gd name="T31" fmla="*/ 16 h 139"/>
              <a:gd name="T32" fmla="*/ 22 w 85"/>
              <a:gd name="T33" fmla="*/ 19 h 139"/>
              <a:gd name="T34" fmla="*/ 9 w 85"/>
              <a:gd name="T35" fmla="*/ 30 h 139"/>
              <a:gd name="T36" fmla="*/ 4 w 85"/>
              <a:gd name="T37" fmla="*/ 45 h 139"/>
              <a:gd name="T38" fmla="*/ 8 w 85"/>
              <a:gd name="T39" fmla="*/ 58 h 139"/>
              <a:gd name="T40" fmla="*/ 19 w 85"/>
              <a:gd name="T41" fmla="*/ 68 h 139"/>
              <a:gd name="T42" fmla="*/ 40 w 85"/>
              <a:gd name="T43" fmla="*/ 74 h 139"/>
              <a:gd name="T44" fmla="*/ 59 w 85"/>
              <a:gd name="T45" fmla="*/ 79 h 139"/>
              <a:gd name="T46" fmla="*/ 68 w 85"/>
              <a:gd name="T47" fmla="*/ 86 h 139"/>
              <a:gd name="T48" fmla="*/ 71 w 85"/>
              <a:gd name="T49" fmla="*/ 94 h 139"/>
              <a:gd name="T50" fmla="*/ 68 w 85"/>
              <a:gd name="T51" fmla="*/ 103 h 139"/>
              <a:gd name="T52" fmla="*/ 59 w 85"/>
              <a:gd name="T53" fmla="*/ 110 h 139"/>
              <a:gd name="T54" fmla="*/ 45 w 85"/>
              <a:gd name="T55" fmla="*/ 112 h 139"/>
              <a:gd name="T56" fmla="*/ 29 w 85"/>
              <a:gd name="T57" fmla="*/ 109 h 139"/>
              <a:gd name="T58" fmla="*/ 18 w 85"/>
              <a:gd name="T59" fmla="*/ 101 h 139"/>
              <a:gd name="T60" fmla="*/ 14 w 85"/>
              <a:gd name="T61" fmla="*/ 88 h 139"/>
              <a:gd name="T62" fmla="*/ 0 w 85"/>
              <a:gd name="T63" fmla="*/ 89 h 139"/>
              <a:gd name="T64" fmla="*/ 6 w 85"/>
              <a:gd name="T65" fmla="*/ 108 h 139"/>
              <a:gd name="T66" fmla="*/ 21 w 85"/>
              <a:gd name="T67" fmla="*/ 121 h 139"/>
              <a:gd name="T68" fmla="*/ 31 w 85"/>
              <a:gd name="T69" fmla="*/ 124 h 139"/>
              <a:gd name="T70" fmla="*/ 31 w 85"/>
              <a:gd name="T71" fmla="*/ 139 h 139"/>
              <a:gd name="T72" fmla="*/ 54 w 85"/>
              <a:gd name="T73" fmla="*/ 139 h 139"/>
              <a:gd name="T74" fmla="*/ 54 w 85"/>
              <a:gd name="T75" fmla="*/ 124 h 139"/>
              <a:gd name="T76" fmla="*/ 66 w 85"/>
              <a:gd name="T77" fmla="*/ 121 h 139"/>
              <a:gd name="T78" fmla="*/ 80 w 85"/>
              <a:gd name="T79" fmla="*/ 109 h 139"/>
              <a:gd name="T80" fmla="*/ 85 w 85"/>
              <a:gd name="T81" fmla="*/ 93 h 139"/>
              <a:gd name="T82" fmla="*/ 80 w 85"/>
              <a:gd name="T83" fmla="*/ 78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85" h="139">
                <a:moveTo>
                  <a:pt x="80" y="78"/>
                </a:moveTo>
                <a:cubicBezTo>
                  <a:pt x="77" y="74"/>
                  <a:pt x="73" y="70"/>
                  <a:pt x="67" y="67"/>
                </a:cubicBezTo>
                <a:cubicBezTo>
                  <a:pt x="62" y="65"/>
                  <a:pt x="55" y="63"/>
                  <a:pt x="43" y="61"/>
                </a:cubicBezTo>
                <a:cubicBezTo>
                  <a:pt x="32" y="58"/>
                  <a:pt x="25" y="56"/>
                  <a:pt x="22" y="53"/>
                </a:cubicBezTo>
                <a:cubicBezTo>
                  <a:pt x="19" y="51"/>
                  <a:pt x="18" y="47"/>
                  <a:pt x="18" y="44"/>
                </a:cubicBezTo>
                <a:cubicBezTo>
                  <a:pt x="18" y="39"/>
                  <a:pt x="20" y="36"/>
                  <a:pt x="24" y="32"/>
                </a:cubicBezTo>
                <a:cubicBezTo>
                  <a:pt x="28" y="29"/>
                  <a:pt x="34" y="28"/>
                  <a:pt x="42" y="28"/>
                </a:cubicBezTo>
                <a:cubicBezTo>
                  <a:pt x="50" y="28"/>
                  <a:pt x="57" y="29"/>
                  <a:pt x="61" y="33"/>
                </a:cubicBezTo>
                <a:cubicBezTo>
                  <a:pt x="65" y="36"/>
                  <a:pt x="67" y="41"/>
                  <a:pt x="68" y="48"/>
                </a:cubicBezTo>
                <a:cubicBezTo>
                  <a:pt x="82" y="47"/>
                  <a:pt x="82" y="47"/>
                  <a:pt x="82" y="47"/>
                </a:cubicBezTo>
                <a:cubicBezTo>
                  <a:pt x="81" y="41"/>
                  <a:pt x="80" y="35"/>
                  <a:pt x="76" y="30"/>
                </a:cubicBezTo>
                <a:cubicBezTo>
                  <a:pt x="73" y="25"/>
                  <a:pt x="68" y="22"/>
                  <a:pt x="62" y="19"/>
                </a:cubicBezTo>
                <a:cubicBezTo>
                  <a:pt x="60" y="18"/>
                  <a:pt x="57" y="17"/>
                  <a:pt x="54" y="17"/>
                </a:cubicBezTo>
                <a:cubicBezTo>
                  <a:pt x="54" y="0"/>
                  <a:pt x="54" y="0"/>
                  <a:pt x="54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1" y="16"/>
                  <a:pt x="31" y="16"/>
                  <a:pt x="31" y="16"/>
                </a:cubicBezTo>
                <a:cubicBezTo>
                  <a:pt x="28" y="17"/>
                  <a:pt x="25" y="18"/>
                  <a:pt x="22" y="19"/>
                </a:cubicBezTo>
                <a:cubicBezTo>
                  <a:pt x="16" y="21"/>
                  <a:pt x="12" y="25"/>
                  <a:pt x="9" y="30"/>
                </a:cubicBezTo>
                <a:cubicBezTo>
                  <a:pt x="6" y="34"/>
                  <a:pt x="4" y="39"/>
                  <a:pt x="4" y="45"/>
                </a:cubicBezTo>
                <a:cubicBezTo>
                  <a:pt x="4" y="49"/>
                  <a:pt x="6" y="54"/>
                  <a:pt x="8" y="58"/>
                </a:cubicBezTo>
                <a:cubicBezTo>
                  <a:pt x="11" y="62"/>
                  <a:pt x="14" y="65"/>
                  <a:pt x="19" y="68"/>
                </a:cubicBezTo>
                <a:cubicBezTo>
                  <a:pt x="23" y="70"/>
                  <a:pt x="30" y="72"/>
                  <a:pt x="40" y="74"/>
                </a:cubicBezTo>
                <a:cubicBezTo>
                  <a:pt x="50" y="77"/>
                  <a:pt x="56" y="78"/>
                  <a:pt x="59" y="79"/>
                </a:cubicBezTo>
                <a:cubicBezTo>
                  <a:pt x="63" y="81"/>
                  <a:pt x="66" y="83"/>
                  <a:pt x="68" y="86"/>
                </a:cubicBezTo>
                <a:cubicBezTo>
                  <a:pt x="70" y="88"/>
                  <a:pt x="71" y="91"/>
                  <a:pt x="71" y="94"/>
                </a:cubicBezTo>
                <a:cubicBezTo>
                  <a:pt x="71" y="98"/>
                  <a:pt x="70" y="101"/>
                  <a:pt x="68" y="103"/>
                </a:cubicBezTo>
                <a:cubicBezTo>
                  <a:pt x="66" y="106"/>
                  <a:pt x="63" y="108"/>
                  <a:pt x="59" y="110"/>
                </a:cubicBezTo>
                <a:cubicBezTo>
                  <a:pt x="55" y="112"/>
                  <a:pt x="50" y="112"/>
                  <a:pt x="45" y="112"/>
                </a:cubicBezTo>
                <a:cubicBezTo>
                  <a:pt x="39" y="112"/>
                  <a:pt x="33" y="111"/>
                  <a:pt x="29" y="109"/>
                </a:cubicBezTo>
                <a:cubicBezTo>
                  <a:pt x="24" y="107"/>
                  <a:pt x="20" y="104"/>
                  <a:pt x="18" y="101"/>
                </a:cubicBezTo>
                <a:cubicBezTo>
                  <a:pt x="16" y="98"/>
                  <a:pt x="14" y="93"/>
                  <a:pt x="14" y="88"/>
                </a:cubicBezTo>
                <a:cubicBezTo>
                  <a:pt x="0" y="89"/>
                  <a:pt x="0" y="89"/>
                  <a:pt x="0" y="89"/>
                </a:cubicBezTo>
                <a:cubicBezTo>
                  <a:pt x="1" y="96"/>
                  <a:pt x="2" y="103"/>
                  <a:pt x="6" y="108"/>
                </a:cubicBezTo>
                <a:cubicBezTo>
                  <a:pt x="10" y="114"/>
                  <a:pt x="15" y="118"/>
                  <a:pt x="21" y="121"/>
                </a:cubicBezTo>
                <a:cubicBezTo>
                  <a:pt x="24" y="122"/>
                  <a:pt x="28" y="123"/>
                  <a:pt x="31" y="124"/>
                </a:cubicBezTo>
                <a:cubicBezTo>
                  <a:pt x="31" y="139"/>
                  <a:pt x="31" y="139"/>
                  <a:pt x="31" y="139"/>
                </a:cubicBezTo>
                <a:cubicBezTo>
                  <a:pt x="54" y="139"/>
                  <a:pt x="54" y="139"/>
                  <a:pt x="54" y="139"/>
                </a:cubicBezTo>
                <a:cubicBezTo>
                  <a:pt x="54" y="124"/>
                  <a:pt x="54" y="124"/>
                  <a:pt x="54" y="124"/>
                </a:cubicBezTo>
                <a:cubicBezTo>
                  <a:pt x="58" y="124"/>
                  <a:pt x="62" y="123"/>
                  <a:pt x="66" y="121"/>
                </a:cubicBezTo>
                <a:cubicBezTo>
                  <a:pt x="72" y="118"/>
                  <a:pt x="77" y="114"/>
                  <a:pt x="80" y="109"/>
                </a:cubicBezTo>
                <a:cubicBezTo>
                  <a:pt x="83" y="104"/>
                  <a:pt x="85" y="99"/>
                  <a:pt x="85" y="93"/>
                </a:cubicBezTo>
                <a:cubicBezTo>
                  <a:pt x="85" y="88"/>
                  <a:pt x="83" y="83"/>
                  <a:pt x="80" y="7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1" name="Oval 21"/>
          <p:cNvSpPr/>
          <p:nvPr/>
        </p:nvSpPr>
        <p:spPr>
          <a:xfrm>
            <a:off x="1932416" y="1340090"/>
            <a:ext cx="691117" cy="691117"/>
          </a:xfrm>
          <a:prstGeom prst="ellipse">
            <a:avLst/>
          </a:prstGeom>
          <a:noFill/>
          <a:ln w="38100">
            <a:solidFill>
              <a:srgbClr val="84D9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SemiCondensed" panose="020B0502040204020203" pitchFamily="34" charset="0"/>
                <a:ea typeface="微软雅黑" panose="020B0503020204020204" pitchFamily="34" charset="-122"/>
              </a:rPr>
              <a:t>01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Bahnschrift SemiBold SemiCondensed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Oval 29"/>
          <p:cNvSpPr/>
          <p:nvPr/>
        </p:nvSpPr>
        <p:spPr>
          <a:xfrm>
            <a:off x="9623408" y="1340090"/>
            <a:ext cx="691117" cy="691117"/>
          </a:xfrm>
          <a:prstGeom prst="ellipse">
            <a:avLst/>
          </a:prstGeom>
          <a:noFill/>
          <a:ln w="38100">
            <a:solidFill>
              <a:srgbClr val="84D9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SemiCondensed" panose="020B0502040204020203" pitchFamily="34" charset="0"/>
                <a:ea typeface="微软雅黑" panose="020B0503020204020204" pitchFamily="34" charset="-122"/>
              </a:rPr>
              <a:t>02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Bahnschrift SemiBold SemiCondensed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3" name="Group 11"/>
          <p:cNvGrpSpPr/>
          <p:nvPr/>
        </p:nvGrpSpPr>
        <p:grpSpPr>
          <a:xfrm>
            <a:off x="1409235" y="2359242"/>
            <a:ext cx="1765300" cy="954248"/>
            <a:chOff x="611188" y="4453258"/>
            <a:chExt cx="1765300" cy="954248"/>
          </a:xfrm>
        </p:grpSpPr>
        <p:sp>
          <p:nvSpPr>
            <p:cNvPr id="35" name="TextBox 12"/>
            <p:cNvSpPr txBox="1"/>
            <p:nvPr/>
          </p:nvSpPr>
          <p:spPr>
            <a:xfrm>
              <a:off x="611188" y="4876591"/>
              <a:ext cx="1765300" cy="5309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12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12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12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点击输入本栏的具体文字。</a:t>
              </a:r>
              <a:endParaRPr lang="en-US" sz="1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  <p:cxnSp>
          <p:nvCxnSpPr>
            <p:cNvPr id="36" name="Straight Connector 13"/>
            <p:cNvCxnSpPr/>
            <p:nvPr/>
          </p:nvCxnSpPr>
          <p:spPr>
            <a:xfrm>
              <a:off x="1408353" y="4800390"/>
              <a:ext cx="180000" cy="0"/>
            </a:xfrm>
            <a:prstGeom prst="line">
              <a:avLst/>
            </a:prstGeom>
            <a:ln w="25400" cap="rnd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14"/>
            <p:cNvSpPr txBox="1"/>
            <p:nvPr/>
          </p:nvSpPr>
          <p:spPr>
            <a:xfrm>
              <a:off x="611188" y="4453258"/>
              <a:ext cx="17653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详细内容</a:t>
              </a:r>
              <a:endParaRPr 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Group 11"/>
          <p:cNvGrpSpPr/>
          <p:nvPr/>
        </p:nvGrpSpPr>
        <p:grpSpPr>
          <a:xfrm>
            <a:off x="9086315" y="2359242"/>
            <a:ext cx="1765300" cy="954248"/>
            <a:chOff x="611188" y="4453258"/>
            <a:chExt cx="1765300" cy="954248"/>
          </a:xfrm>
        </p:grpSpPr>
        <p:sp>
          <p:nvSpPr>
            <p:cNvPr id="39" name="TextBox 12"/>
            <p:cNvSpPr txBox="1"/>
            <p:nvPr/>
          </p:nvSpPr>
          <p:spPr>
            <a:xfrm>
              <a:off x="611188" y="4876591"/>
              <a:ext cx="1765300" cy="5309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12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12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12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点击输入本栏的具体文字。</a:t>
              </a:r>
              <a:endParaRPr lang="en-US" sz="1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  <p:cxnSp>
          <p:nvCxnSpPr>
            <p:cNvPr id="40" name="Straight Connector 13"/>
            <p:cNvCxnSpPr/>
            <p:nvPr/>
          </p:nvCxnSpPr>
          <p:spPr>
            <a:xfrm>
              <a:off x="1408353" y="4800390"/>
              <a:ext cx="180000" cy="0"/>
            </a:xfrm>
            <a:prstGeom prst="line">
              <a:avLst/>
            </a:prstGeom>
            <a:ln w="25400" cap="rnd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14"/>
            <p:cNvSpPr txBox="1"/>
            <p:nvPr/>
          </p:nvSpPr>
          <p:spPr>
            <a:xfrm>
              <a:off x="611188" y="4453258"/>
              <a:ext cx="17653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详细内容</a:t>
              </a:r>
              <a:endParaRPr 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2" name="Oval 21"/>
          <p:cNvSpPr/>
          <p:nvPr/>
        </p:nvSpPr>
        <p:spPr>
          <a:xfrm>
            <a:off x="1932416" y="3994498"/>
            <a:ext cx="691117" cy="691117"/>
          </a:xfrm>
          <a:prstGeom prst="ellipse">
            <a:avLst/>
          </a:prstGeom>
          <a:noFill/>
          <a:ln w="38100">
            <a:solidFill>
              <a:srgbClr val="84D9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SemiCondensed" panose="020B0502040204020203" pitchFamily="34" charset="0"/>
                <a:ea typeface="微软雅黑" panose="020B0503020204020204" pitchFamily="34" charset="-122"/>
              </a:rPr>
              <a:t>03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Bahnschrift SemiBold SemiCondensed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Oval 29"/>
          <p:cNvSpPr/>
          <p:nvPr/>
        </p:nvSpPr>
        <p:spPr>
          <a:xfrm>
            <a:off x="9623408" y="3994498"/>
            <a:ext cx="691117" cy="691117"/>
          </a:xfrm>
          <a:prstGeom prst="ellipse">
            <a:avLst/>
          </a:prstGeom>
          <a:noFill/>
          <a:ln w="38100">
            <a:solidFill>
              <a:srgbClr val="84D9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SemiCondensed" panose="020B0502040204020203" pitchFamily="34" charset="0"/>
                <a:ea typeface="微软雅黑" panose="020B0503020204020204" pitchFamily="34" charset="-122"/>
              </a:rPr>
              <a:t>04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Bahnschrift SemiBold SemiCondensed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4" name="Group 11"/>
          <p:cNvGrpSpPr/>
          <p:nvPr/>
        </p:nvGrpSpPr>
        <p:grpSpPr>
          <a:xfrm>
            <a:off x="1409235" y="5013650"/>
            <a:ext cx="1765300" cy="954248"/>
            <a:chOff x="611188" y="4453258"/>
            <a:chExt cx="1765300" cy="954248"/>
          </a:xfrm>
        </p:grpSpPr>
        <p:sp>
          <p:nvSpPr>
            <p:cNvPr id="45" name="TextBox 12"/>
            <p:cNvSpPr txBox="1"/>
            <p:nvPr/>
          </p:nvSpPr>
          <p:spPr>
            <a:xfrm>
              <a:off x="611188" y="4876591"/>
              <a:ext cx="1765300" cy="5309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12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12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12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点击输入本栏的具体文字。</a:t>
              </a:r>
              <a:endParaRPr lang="en-US" sz="1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  <p:cxnSp>
          <p:nvCxnSpPr>
            <p:cNvPr id="46" name="Straight Connector 13"/>
            <p:cNvCxnSpPr/>
            <p:nvPr/>
          </p:nvCxnSpPr>
          <p:spPr>
            <a:xfrm>
              <a:off x="1408353" y="4800390"/>
              <a:ext cx="180000" cy="0"/>
            </a:xfrm>
            <a:prstGeom prst="line">
              <a:avLst/>
            </a:prstGeom>
            <a:ln w="25400" cap="rnd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14"/>
            <p:cNvSpPr txBox="1"/>
            <p:nvPr/>
          </p:nvSpPr>
          <p:spPr>
            <a:xfrm>
              <a:off x="611188" y="4453258"/>
              <a:ext cx="17653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详细内容</a:t>
              </a:r>
              <a:endParaRPr 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Group 11"/>
          <p:cNvGrpSpPr/>
          <p:nvPr/>
        </p:nvGrpSpPr>
        <p:grpSpPr>
          <a:xfrm>
            <a:off x="9086315" y="5013650"/>
            <a:ext cx="1765300" cy="954248"/>
            <a:chOff x="611188" y="4453258"/>
            <a:chExt cx="1765300" cy="954248"/>
          </a:xfrm>
        </p:grpSpPr>
        <p:sp>
          <p:nvSpPr>
            <p:cNvPr id="49" name="TextBox 12"/>
            <p:cNvSpPr txBox="1"/>
            <p:nvPr/>
          </p:nvSpPr>
          <p:spPr>
            <a:xfrm>
              <a:off x="611188" y="4876591"/>
              <a:ext cx="1765300" cy="5309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zh-CN" altLang="en-US" sz="12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详细内容</a:t>
              </a:r>
              <a:r>
                <a:rPr lang="en-US" altLang="zh-CN" sz="12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……</a:t>
              </a:r>
              <a:r>
                <a:rPr lang="zh-CN" altLang="en-US" sz="12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Light" charset="0"/>
                </a:rPr>
                <a:t>点击输入本栏的具体文字。</a:t>
              </a:r>
              <a:endParaRPr lang="en-US" sz="1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endParaRPr>
            </a:p>
          </p:txBody>
        </p:sp>
        <p:cxnSp>
          <p:nvCxnSpPr>
            <p:cNvPr id="50" name="Straight Connector 13"/>
            <p:cNvCxnSpPr/>
            <p:nvPr/>
          </p:nvCxnSpPr>
          <p:spPr>
            <a:xfrm>
              <a:off x="1408353" y="4800390"/>
              <a:ext cx="180000" cy="0"/>
            </a:xfrm>
            <a:prstGeom prst="line">
              <a:avLst/>
            </a:prstGeom>
            <a:ln w="25400" cap="rnd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14"/>
            <p:cNvSpPr txBox="1"/>
            <p:nvPr/>
          </p:nvSpPr>
          <p:spPr>
            <a:xfrm>
              <a:off x="611188" y="4453258"/>
              <a:ext cx="17653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详细内容</a:t>
              </a:r>
              <a:endParaRPr 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52" name="直接连接符 51"/>
          <p:cNvCxnSpPr/>
          <p:nvPr/>
        </p:nvCxnSpPr>
        <p:spPr>
          <a:xfrm>
            <a:off x="3443111" y="2184198"/>
            <a:ext cx="97084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8115470" y="2184198"/>
            <a:ext cx="97084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3358444" y="4774998"/>
            <a:ext cx="97084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8030803" y="4774998"/>
            <a:ext cx="97084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0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81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6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87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9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0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1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2" presetClass="entr" presetSubtype="8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94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95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6" presetID="2" presetClass="entr" presetSubtype="8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98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99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0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101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5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6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107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1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2" presetClass="entr" presetSubtype="8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14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15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" presetClass="entr" presetSubtype="8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18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19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6" grpId="0" animBg="1"/>
          <p:bldP spid="7" grpId="0" animBg="1"/>
          <p:bldP spid="8" grpId="0" animBg="1"/>
          <p:bldP spid="9" grpId="0" animBg="1"/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42" grpId="0" animBg="1"/>
          <p:bldP spid="43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0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81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6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87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9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0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1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4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5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6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8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0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101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5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6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107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1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4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5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8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9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6" grpId="0" animBg="1"/>
          <p:bldP spid="7" grpId="0" animBg="1"/>
          <p:bldP spid="8" grpId="0" animBg="1"/>
          <p:bldP spid="9" grpId="0" animBg="1"/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42" grpId="0" animBg="1"/>
          <p:bldP spid="43" grpId="0" animBg="1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 rot="495382" flipV="1">
            <a:off x="-381830" y="-419774"/>
            <a:ext cx="1274336" cy="1274336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619861" y="-140147"/>
            <a:ext cx="715080" cy="715080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27986" y="231073"/>
            <a:ext cx="191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岗位述职报告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70679" y="815727"/>
            <a:ext cx="6650643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3200" dirty="0">
                <a:solidFill>
                  <a:srgbClr val="84D94A"/>
                </a:solidFill>
                <a:latin typeface="Bahnschrift SemiBold" panose="020B0502040204020203" pitchFamily="34" charset="0"/>
              </a:rPr>
              <a:t>THANK YOU</a:t>
            </a:r>
            <a:endParaRPr lang="en-US" altLang="zh-CN" sz="3200" dirty="0">
              <a:solidFill>
                <a:srgbClr val="84D94A"/>
              </a:solidFill>
              <a:latin typeface="Bahnschrift SemiBold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Bahnschrift SemiBold" panose="020B0502040204020203" pitchFamily="34" charset="0"/>
              </a:rPr>
              <a:t>FOR BUYING THIS SET OF TEMPLATES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17036" y="1982625"/>
            <a:ext cx="7357929" cy="2435552"/>
          </a:xfrm>
          <a:prstGeom prst="rect">
            <a:avLst/>
          </a:prstGeom>
          <a:blipFill dpi="0" rotWithShape="1">
            <a:blip r:embed="rId1"/>
            <a:srcRect/>
            <a:stretch>
              <a:fillRect t="-53245" b="-2978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18"/>
          <p:cNvSpPr txBox="1"/>
          <p:nvPr/>
        </p:nvSpPr>
        <p:spPr>
          <a:xfrm>
            <a:off x="5618949" y="487301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关键字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  <p:sp>
        <p:nvSpPr>
          <p:cNvPr id="8" name="TextBox 19"/>
          <p:cNvSpPr txBox="1"/>
          <p:nvPr/>
        </p:nvSpPr>
        <p:spPr>
          <a:xfrm>
            <a:off x="3156734" y="5271286"/>
            <a:ext cx="6186309" cy="717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zh-CN" altLang="en-US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详细内容</a:t>
            </a:r>
            <a:r>
              <a:rPr lang="en-US" altLang="zh-CN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……</a:t>
            </a:r>
            <a:r>
              <a:rPr lang="zh-CN" altLang="en-US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点击输入本栏的具体文字，简明扼要的说明分项内容，此为概念图解。详细</a:t>
            </a:r>
            <a:endParaRPr lang="en-US" altLang="zh-CN" sz="900" spc="300" dirty="0">
              <a:latin typeface="微软雅黑" panose="020B0503020204020204" pitchFamily="34" charset="-122"/>
              <a:ea typeface="微软雅黑" panose="020B0503020204020204" pitchFamily="34" charset="-122"/>
              <a:cs typeface="Montserrat Light" charset="0"/>
            </a:endParaRPr>
          </a:p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zh-CN" altLang="en-US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内容</a:t>
            </a:r>
            <a:r>
              <a:rPr lang="en-US" altLang="zh-CN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……</a:t>
            </a:r>
            <a:r>
              <a:rPr lang="zh-CN" altLang="en-US" sz="9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Light" charset="0"/>
              </a:rPr>
              <a:t>点击输入本栏的具体的说明分项内容，此为概念图解。</a:t>
            </a:r>
            <a:endParaRPr lang="zh-CN" altLang="en-US" sz="900" spc="300" dirty="0">
              <a:latin typeface="微软雅黑" panose="020B0503020204020204" pitchFamily="34" charset="-122"/>
              <a:ea typeface="微软雅黑" panose="020B0503020204020204" pitchFamily="34" charset="-122"/>
              <a:cs typeface="Montserrat Light" charset="0"/>
            </a:endParaRPr>
          </a:p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endParaRPr lang="zh-CN" altLang="en-US" sz="900" spc="300" dirty="0">
              <a:latin typeface="微软雅黑" panose="020B0503020204020204" pitchFamily="34" charset="-122"/>
              <a:ea typeface="微软雅黑" panose="020B0503020204020204" pitchFamily="34" charset="-122"/>
              <a:cs typeface="Montserrat Light" charset="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523939" y="5869223"/>
            <a:ext cx="1144133" cy="238363"/>
          </a:xfrm>
          <a:prstGeom prst="roundRect">
            <a:avLst/>
          </a:prstGeom>
          <a:solidFill>
            <a:srgbClr val="74C7B5"/>
          </a:solidFill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SERVICE SECTIONS</a:t>
            </a:r>
            <a:endParaRPr 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/>
          <p:cNvSpPr/>
          <p:nvPr/>
        </p:nvSpPr>
        <p:spPr>
          <a:xfrm rot="20723155">
            <a:off x="5442179" y="-945177"/>
            <a:ext cx="3499703" cy="3499703"/>
          </a:xfrm>
          <a:prstGeom prst="roundRect">
            <a:avLst>
              <a:gd name="adj" fmla="val 9713"/>
            </a:avLst>
          </a:prstGeom>
          <a:solidFill>
            <a:srgbClr val="74C7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41274" y="3268283"/>
            <a:ext cx="4269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dirty="0">
                <a:solidFill>
                  <a:srgbClr val="84D9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r>
              <a:rPr lang="zh-CN" alt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大家观看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5140" y="4071392"/>
            <a:ext cx="4858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总结计划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实习报告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工作汇报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76545" y="4797192"/>
            <a:ext cx="1307258" cy="307777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</a:rPr>
              <a:t>稻壳儿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412974" y="4790278"/>
            <a:ext cx="1307258" cy="307777"/>
          </a:xfrm>
          <a:prstGeom prst="rect">
            <a:avLst/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</a:rPr>
              <a:t>部门：销售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0271" y="5152591"/>
            <a:ext cx="5113342" cy="489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Please enter your detailed text here, the content should be concise and clear, concise and concise do not need too much text modification and expression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。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字魂57号-创细黑" panose="00000500000000000000" pitchFamily="2" charset="-122"/>
              <a:ea typeface="字魂57号-创细黑" panose="00000500000000000000" pitchFamily="2" charset="-122"/>
            </a:endParaRPr>
          </a:p>
        </p:txBody>
      </p:sp>
      <p:sp>
        <p:nvSpPr>
          <p:cNvPr id="2" name="矩形: 圆角 1"/>
          <p:cNvSpPr/>
          <p:nvPr/>
        </p:nvSpPr>
        <p:spPr>
          <a:xfrm rot="495382">
            <a:off x="7486265" y="-524202"/>
            <a:ext cx="5277101" cy="5277101"/>
          </a:xfrm>
          <a:prstGeom prst="roundRect">
            <a:avLst>
              <a:gd name="adj" fmla="val 9713"/>
            </a:avLst>
          </a:prstGeom>
          <a:solidFill>
            <a:srgbClr val="84D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 rot="2674965">
            <a:off x="8796900" y="3531143"/>
            <a:ext cx="4055237" cy="4055237"/>
          </a:xfrm>
          <a:prstGeom prst="roundRect">
            <a:avLst>
              <a:gd name="adj" fmla="val 9713"/>
            </a:avLst>
          </a:prstGeom>
          <a:solidFill>
            <a:srgbClr val="4DE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</p:bldLst>
  </p:timing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</p:tagLst>
</file>

<file path=ppt/tags/tag9.xml><?xml version="1.0" encoding="utf-8"?>
<p:tagLst xmlns:p="http://schemas.openxmlformats.org/presentationml/2006/main">
  <p:tag name="PA" val="v3.0.1"/>
</p:tagLst>
</file>

<file path=ppt/tags/tag10.xml><?xml version="1.0" encoding="utf-8"?>
<p:tagLst xmlns:p="http://schemas.openxmlformats.org/presentationml/2006/main">
  <p:tag name="PA" val="v3.0.1"/>
</p:tagLst>
</file>

<file path=ppt/tags/tag11.xml><?xml version="1.0" encoding="utf-8"?>
<p:tagLst xmlns:p="http://schemas.openxmlformats.org/presentationml/2006/main">
  <p:tag name="PA" val="v3.0.1"/>
</p:tagLst>
</file>

<file path=ppt/tags/tag12.xml><?xml version="1.0" encoding="utf-8"?>
<p:tagLst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2819</Words>
  <Application>WPS 演示</Application>
  <PresentationFormat>宽屏</PresentationFormat>
  <Paragraphs>285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字魂57号-创细黑</vt:lpstr>
      <vt:lpstr>Bahnschrift SemiBold SemiCondensed</vt:lpstr>
      <vt:lpstr>Bahnschrift SemiLight Condensed</vt:lpstr>
      <vt:lpstr>微软雅黑 Light</vt:lpstr>
      <vt:lpstr>Montserrat Light</vt:lpstr>
      <vt:lpstr>Segoe Print</vt:lpstr>
      <vt:lpstr>Bahnschrift SemiBold</vt:lpstr>
      <vt:lpstr>Open Sans</vt:lpstr>
      <vt:lpstr>Bahnschrift SemiBold Condensed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</dc:creator>
  <cp:lastModifiedBy>宋飞</cp:lastModifiedBy>
  <cp:revision>9</cp:revision>
  <dcterms:created xsi:type="dcterms:W3CDTF">2019-07-05T11:36:00Z</dcterms:created>
  <dcterms:modified xsi:type="dcterms:W3CDTF">2026-09-16T14:03:37Z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7AF1C1D713B440AD950F761E5D59023C_13</vt:lpwstr>
  </property>
  <property fmtid="{D5CDD505-2E9C-101B-9397-08002B2CF9AE}" pid="3" name="KSOProductBuildVer">
    <vt:lpwstr>2052-12.1.0.28043</vt:lpwstr>
  </property>
</Properties>
</file>